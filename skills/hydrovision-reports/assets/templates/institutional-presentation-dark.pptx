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24"/>
    <p:sldId id="262" r:id="rId8"/>
    <p:sldId id="263" r:id="rId11"/>
    <p:sldId id="264" r:id="rId25"/>
    <p:sldId id="265" r:id="rId9"/>
    <p:sldId id="266" r:id="rId14"/>
    <p:sldId id="267" r:id="rId26"/>
    <p:sldId id="268" r:id="rId18"/>
    <p:sldId id="269" r:id="rId15"/>
    <p:sldId id="270" r:id="rId27"/>
    <p:sldId id="271" r:id="rId10"/>
    <p:sldId id="272" r:id="rId13"/>
    <p:sldId id="273" r:id="rId28"/>
    <p:sldId id="274" r:id="rId29"/>
    <p:sldId id="275" r:id="rId30"/>
    <p:sldId id="276" r:id="rId16"/>
    <p:sldId id="277" r:id="rId17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Localizados</c:v>
                </c:pt>
              </c:strCache>
            </c:strRef>
          </c:tx>
          <c:spPr>
            <a:solidFill>
              <a:srgbClr val="0053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8282D"/>
                    </a:solidFill>
                    <a:latin typeface="Work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18</c:v>
                </c:pt>
                <c:pt idx="2">
                  <c:v>25</c:v>
                </c:pt>
                <c:pt idx="3">
                  <c:v>31</c:v>
                </c:pt>
                <c:pt idx="4">
                  <c:v>38</c:v>
                </c:pt>
                <c:pt idx="5">
                  <c:v>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Reparados</c:v>
                </c:pt>
              </c:strCache>
            </c:strRef>
          </c:tx>
          <c:spPr>
            <a:solidFill>
              <a:srgbClr val="3CAD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8282D"/>
                    </a:solidFill>
                    <a:latin typeface="Work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</c:v>
                </c:pt>
                <c:pt idx="1">
                  <c:v>15</c:v>
                </c:pt>
                <c:pt idx="2">
                  <c:v>22</c:v>
                </c:pt>
                <c:pt idx="3">
                  <c:v>28</c:v>
                </c:pt>
                <c:pt idx="4">
                  <c:v>35</c:v>
                </c:pt>
                <c:pt idx="5">
                  <c:v>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8282D"/>
                  </a:solidFill>
                  <a:latin typeface="Work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8282D"/>
                </a:solidFill>
                <a:latin typeface="Work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1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680"/>
                </a:solidFill>
                <a:latin typeface="Work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2F0EB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8282D"/>
              </a:solidFill>
              <a:latin typeface="Work Sans"/>
              <a:cs typeface="Work Sans"/>
            </a:defRPr>
          </a:pPr>
          <a:endParaRPr lang="en-US"/>
        </a:p>
      </c:txPr>
    </c:legend>
    <c:plotVisOnly val="1"/>
    <c:dispBlanksAs val="span"/>
  </c:chart>
  <c:spPr>
    <a:solidFill>
      <a:srgbClr val="F2F0E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Abertura (30 s): "Ao final, vocês vão saber montar uma apresentação que o público entende em três segundos por slide — usando o template da Hydroforce." Não leia o título; diga por que o tema importa para quem está na sala.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Percorra os seis blocos em uma frase cada. Os três primeiros são sobre conteúdo; os dois seguintes, sobre forma; o último, sobre a entrega. Dica de template: o sumário e os divisores usam a mesma numeração — mantenha-os sincronizados.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Pergunta para a sala: "Qual foi a última apresentação que você lembra — e o que lembra dela?" Quase sempre é uma frase, não um slide.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Exercício rápido: peça que cada pessoa escreva, em uma frase, a mensagem da próxima apresentação que vai fazer. Quem não conseguir em 30 segundos ainda não está pronto para abrir o PowerPoint. Os três itens da lista entram com um clique.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item da lista entra com um clique — comente um exemplo real (sem citar autores) para cada erro. Feche com a regra: se um slide tem duas ideias, são dois slides.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 etapas entram em cascata com um clique. Mostre que o próprio template segue essa ordem: contexto (capa e sumário), problema, solução (o que entregamos, o ciclo), ação (próximos passos e contato).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números são referências, não lei. O teste dos 3 segundos: mostre o slide, esconda, e pergunte o que a pessoa entendeu. Se ela precisa reler, há texto demais ou hierarquia de menos.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Peça que a sala leia o gráfico em três segundos: título, duas barras, pronto. Depois pergunte o que aconteceria com dez séries e um título como "Gráfico 3". O gráfico é nativo: botão direito › Editar dados.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Leia os dois cartões em voz alta. O da esquerda é um índice; o da direita é uma história. Um título-frase também obriga quem escreve a decidir qual é a conclusão do slide.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Erro comum: colar um print do painel e apontar para um número que ninguém no fundo da sala consegue ler. Exporte a série do HydroVision e reconstrua o gráfico no PowerPoint com a paleta da marca.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Cada item entra com um clique. Reforce o terceiro: o público lê cerca de três vezes mais rápido do que você fala — se o texto está na tela, ele termina antes de você e desliga.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Tabela é o formato certo quando o número ou o texto exato importa e há mais de duas dimensões. Aqui ela mapeia necessidade › layout › slide-modelo do arquivo original.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Fechamento: repita a mensagem central em uma frase — exatamente o que este slide faz. Não termine com "é isso"; termine com a ação: "na próxima apresentação, comecem pela frase".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Substitua os contatos entre colchetes pelos dados reais antes de apresentar. Fique no slide durante as perguntas — ele carrega a marca sem competir com você.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quatro cartões entram em cascata. Aponte exemplos no próprio deck: a hierarquia rótulo › título › corpo em todo slide; a margem de 0,45" que se repete; o azul Aquarius só em números e ícones.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Transição: "Definida a mensagem, precisamos de um caminho até ela." Mostre que a estrutura é uma sequência de perguntas que o público faria.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Transição: "Agora que sabemos o que dizer, vamos ver quanto NÃO dizer." Este é o bloco que mais muda apresentações na prática.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Transição: "Conteúdo pronto. Como fazer o olho do público chegar nele?" Reforce que o template já resolve 80% do design — o trabalho é não estragar.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Transição: "Números convencem quando são lidos. Vamos ver como fazer um gráfico que se lê sozinho."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Transição: "Tudo isso é preparação. O que decide a apresentação é o que acontece na sala."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Ensaiar em silêncio não conta: a voz revela onde a frase não flui. Cronometre e corte 20% — apresentações sempre demoram mais ao vivo do que no ensaio.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Sugira que a equipe use este checklist como padrão antes de qualquer apresentação externa. O item "computador da sala" evita o clássico: fontes trocadas e transição Morph que vira Esmaecer.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pt-BR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HF_CAP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HF_ESCURO_GRID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HF_ESCURO-image-2.jpe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F_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F_ESCURO_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2700">
            <a:solidFill>
              <a:srgbClr val="F2F0EB">
                <a:alpha val="65000"/>
              </a:srgbClr>
            </a:solidFill>
            <a:prstDash val="solid"/>
          </a:ln>
        </p:spPr>
      </p:sp>
      <p:pic>
        <p:nvPicPr>
          <p:cNvPr id="3" name="Image 0" descr="logos/logotipo_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6336792"/>
            <a:ext cx="283464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7824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8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Uso Interno, não distribuir</a:t>
            </a:r>
            <a:endParaRPr lang="pt-BR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1003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F_ESCU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2700">
            <a:solidFill>
              <a:srgbClr val="F2F0EB">
                <a:alpha val="65000"/>
              </a:srgbClr>
            </a:solidFill>
            <a:prstDash val="solid"/>
          </a:ln>
        </p:spPr>
      </p:sp>
      <p:pic>
        <p:nvPicPr>
          <p:cNvPr id="3" name="Image 0" descr="logos/logotipo_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6336792"/>
            <a:ext cx="283464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7824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8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Uso Interno, não distribuir</a:t>
            </a:r>
            <a:endParaRPr lang="pt-BR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1004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F_CLARO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99632"/>
            <a:ext cx="12191695" cy="0"/>
          </a:xfrm>
          <a:prstGeom prst="line">
            <a:avLst/>
          </a:prstGeom>
          <a:noFill/>
          <a:ln w="12700">
            <a:solidFill>
              <a:srgbClr val="28282D">
                <a:alpha val="45000"/>
              </a:srgbClr>
            </a:solidFill>
            <a:prstDash val="solid"/>
          </a:ln>
        </p:spPr>
      </p:sp>
      <p:pic>
        <p:nvPicPr>
          <p:cNvPr id="3" name="Image 0" descr="logos/logotipo_color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6336792"/>
            <a:ext cx="283464" cy="3566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78240" y="64922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pt-BR" sz="8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Uso Interno, não distribuir</a:t>
            </a:r>
            <a:endParaRPr lang="pt-BR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1005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null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png"/><Relationship Id="rId41" Type="http://schemas.openxmlformats.org/officeDocument/2006/relationships/slideLayout" Target="../slideLayouts/slideLayout2.xml"/><Relationship Id="rId4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png"/><Relationship Id="rId19" Type="http://schemas.openxmlformats.org/officeDocument/2006/relationships/image" Target="../media/image-2-19.png"/><Relationship Id="rId20" Type="http://schemas.openxmlformats.org/officeDocument/2006/relationships/image" Target="../media/image-2-20.png"/><Relationship Id="rId21" Type="http://schemas.openxmlformats.org/officeDocument/2006/relationships/image" Target="../media/image-2-21.png"/><Relationship Id="rId22" Type="http://schemas.openxmlformats.org/officeDocument/2006/relationships/image" Target="../media/image-2-22.png"/><Relationship Id="rId23" Type="http://schemas.openxmlformats.org/officeDocument/2006/relationships/image" Target="../media/image-2-23.pn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image" Target="../media/image-2-27.png"/><Relationship Id="rId28" Type="http://schemas.openxmlformats.org/officeDocument/2006/relationships/image" Target="../media/image-2-28.png"/><Relationship Id="rId29" Type="http://schemas.openxmlformats.org/officeDocument/2006/relationships/image" Target="../media/image-2-29.png"/><Relationship Id="rId30" Type="http://schemas.openxmlformats.org/officeDocument/2006/relationships/image" Target="../media/image-2-30.png"/><Relationship Id="rId31" Type="http://schemas.openxmlformats.org/officeDocument/2006/relationships/image" Target="../media/image-2-31.png"/><Relationship Id="rId32" Type="http://schemas.openxmlformats.org/officeDocument/2006/relationships/image" Target="../media/image-2-32.png"/><Relationship Id="rId33" Type="http://schemas.openxmlformats.org/officeDocument/2006/relationships/image" Target="../media/image-2-33.png"/><Relationship Id="rId34" Type="http://schemas.openxmlformats.org/officeDocument/2006/relationships/image" Target="../media/image-2-34.png"/><Relationship Id="rId35" Type="http://schemas.openxmlformats.org/officeDocument/2006/relationships/image" Target="../media/image-2-35.png"/><Relationship Id="rId36" Type="http://schemas.openxmlformats.org/officeDocument/2006/relationships/image" Target="../media/image-2-36.png"/><Relationship Id="rId37" Type="http://schemas.openxmlformats.org/officeDocument/2006/relationships/image" Target="../media/image-2-37.png"/><Relationship Id="rId38" Type="http://schemas.openxmlformats.org/officeDocument/2006/relationships/image" Target="../media/image-2-38.png"/><Relationship Id="rId39" Type="http://schemas.openxmlformats.org/officeDocument/2006/relationships/image" Target="../media/image-2-39.png"/><Relationship Id="rId40" Type="http://schemas.openxmlformats.org/officeDocument/2006/relationships/slideLayout" Target="../slideLayouts/slideLayout4.xml"/><Relationship Id="rId4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slideLayout" Target="../slideLayouts/slideLayout3.xml"/><Relationship Id="rId4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7-3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pn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pn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png"/><Relationship Id="rId20" Type="http://schemas.openxmlformats.org/officeDocument/2006/relationships/image" Target="../media/image-16-20.png"/><Relationship Id="rId21" Type="http://schemas.openxmlformats.org/officeDocument/2006/relationships/image" Target="../media/image-16-21.png"/><Relationship Id="rId22" Type="http://schemas.openxmlformats.org/officeDocument/2006/relationships/image" Target="../media/image-16-22.png"/><Relationship Id="rId23" Type="http://schemas.openxmlformats.org/officeDocument/2006/relationships/image" Target="../media/image-16-23.png"/><Relationship Id="rId24" Type="http://schemas.openxmlformats.org/officeDocument/2006/relationships/image" Target="../media/image-16-24.png"/><Relationship Id="rId25" Type="http://schemas.openxmlformats.org/officeDocument/2006/relationships/image" Target="../media/image-16-25.png"/><Relationship Id="rId26" Type="http://schemas.openxmlformats.org/officeDocument/2006/relationships/image" Target="../media/image-16-26.png"/><Relationship Id="rId27" Type="http://schemas.openxmlformats.org/officeDocument/2006/relationships/image" Target="../media/image-16-27.png"/><Relationship Id="rId28" Type="http://schemas.openxmlformats.org/officeDocument/2006/relationships/image" Target="../media/image-16-28.png"/><Relationship Id="rId29" Type="http://schemas.openxmlformats.org/officeDocument/2006/relationships/image" Target="../media/image-16-29.png"/><Relationship Id="rId30" Type="http://schemas.openxmlformats.org/officeDocument/2006/relationships/image" Target="../media/image-16-30.png"/><Relationship Id="rId31" Type="http://schemas.openxmlformats.org/officeDocument/2006/relationships/image" Target="../media/image-16-31.png"/><Relationship Id="rId32" Type="http://schemas.openxmlformats.org/officeDocument/2006/relationships/image" Target="../media/image-16-32.png"/><Relationship Id="rId33" Type="http://schemas.openxmlformats.org/officeDocument/2006/relationships/image" Target="../media/image-16-33.png"/><Relationship Id="rId34" Type="http://schemas.openxmlformats.org/officeDocument/2006/relationships/image" Target="../media/image-16-34.png"/><Relationship Id="rId35" Type="http://schemas.openxmlformats.org/officeDocument/2006/relationships/image" Target="../media/image-16-35.png"/><Relationship Id="rId36" Type="http://schemas.openxmlformats.org/officeDocument/2006/relationships/image" Target="../media/image-16-36.png"/><Relationship Id="rId37" Type="http://schemas.openxmlformats.org/officeDocument/2006/relationships/image" Target="../media/image-16-37.png"/><Relationship Id="rId38" Type="http://schemas.openxmlformats.org/officeDocument/2006/relationships/image" Target="../media/image-16-38.png"/><Relationship Id="rId39" Type="http://schemas.openxmlformats.org/officeDocument/2006/relationships/image" Target="../media/image-16-39.png"/><Relationship Id="rId40" Type="http://schemas.openxmlformats.org/officeDocument/2006/relationships/image" Target="../media/image-16-40.png"/><Relationship Id="rId41" Type="http://schemas.openxmlformats.org/officeDocument/2006/relationships/image" Target="../media/image-16-41.png"/><Relationship Id="rId42" Type="http://schemas.openxmlformats.org/officeDocument/2006/relationships/image" Target="../media/image-16-42.png"/><Relationship Id="rId43" Type="http://schemas.openxmlformats.org/officeDocument/2006/relationships/image" Target="../media/image-16-43.png"/><Relationship Id="rId44" Type="http://schemas.openxmlformats.org/officeDocument/2006/relationships/slideLayout" Target="../slideLayouts/slideLayout2.xml"/><Relationship Id="rId45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-17-4.png"/><Relationship Id="rId2" Type="http://schemas.openxmlformats.org/officeDocument/2006/relationships/image" Target="../media/image-17-1.png"/><Relationship Id="rId3" Type="http://schemas.openxmlformats.org/officeDocument/2006/relationships/image" Target="../media/image-17-2.png"/><Relationship Id="rId4" Type="http://schemas.openxmlformats.org/officeDocument/2006/relationships/image" Target="../media/image-17-3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slideLayout" Target="../slideLayouts/slideLayout3.xml"/><Relationship Id="rId41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slideLayout" Target="../slideLayouts/slideLayout3.xml"/><Relationship Id="rId41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slideLayout" Target="../slideLayouts/slideLayout3.xml"/><Relationship Id="rId41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slideLayout" Target="../slideLayouts/slideLayout3.xml"/><Relationship Id="rId41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pn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png"/><Relationship Id="rId26" Type="http://schemas.openxmlformats.org/officeDocument/2006/relationships/image" Target="../media/image-3-26.png"/><Relationship Id="rId27" Type="http://schemas.openxmlformats.org/officeDocument/2006/relationships/image" Target="../media/image-3-27.png"/><Relationship Id="rId28" Type="http://schemas.openxmlformats.org/officeDocument/2006/relationships/image" Target="../media/image-3-28.png"/><Relationship Id="rId29" Type="http://schemas.openxmlformats.org/officeDocument/2006/relationships/image" Target="../media/image-3-29.png"/><Relationship Id="rId30" Type="http://schemas.openxmlformats.org/officeDocument/2006/relationships/image" Target="../media/image-3-30.png"/><Relationship Id="rId31" Type="http://schemas.openxmlformats.org/officeDocument/2006/relationships/image" Target="../media/image-3-31.png"/><Relationship Id="rId32" Type="http://schemas.openxmlformats.org/officeDocument/2006/relationships/image" Target="../media/image-3-32.png"/><Relationship Id="rId33" Type="http://schemas.openxmlformats.org/officeDocument/2006/relationships/image" Target="../media/image-3-33.png"/><Relationship Id="rId34" Type="http://schemas.openxmlformats.org/officeDocument/2006/relationships/image" Target="../media/image-3-34.png"/><Relationship Id="rId35" Type="http://schemas.openxmlformats.org/officeDocument/2006/relationships/image" Target="../media/image-3-35.png"/><Relationship Id="rId36" Type="http://schemas.openxmlformats.org/officeDocument/2006/relationships/image" Target="../media/image-3-36.png"/><Relationship Id="rId37" Type="http://schemas.openxmlformats.org/officeDocument/2006/relationships/image" Target="../media/image-3-37.png"/><Relationship Id="rId38" Type="http://schemas.openxmlformats.org/officeDocument/2006/relationships/image" Target="../media/image-3-38.png"/><Relationship Id="rId39" Type="http://schemas.openxmlformats.org/officeDocument/2006/relationships/image" Target="../media/image-3-39.png"/><Relationship Id="rId40" Type="http://schemas.openxmlformats.org/officeDocument/2006/relationships/slideLayout" Target="../slideLayouts/slideLayout3.xml"/><Relationship Id="rId41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7-4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nel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8576C"/>
          </a:solidFill>
          <a:ln w="12700">
            <a:solidFill>
              <a:srgbClr val="18576C"/>
            </a:solidFill>
            <a:prstDash val="solid"/>
          </a:ln>
        </p:spPr>
      </p:sp>
      <p:pic>
        <p:nvPicPr>
          <p:cNvPr id="3" name="!!blk_00" descr="img2/tiles/tile_r01_c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3017520"/>
            <a:ext cx="384048" cy="384048"/>
          </a:xfrm>
          <a:prstGeom prst="rect">
            <a:avLst/>
          </a:prstGeom>
        </p:spPr>
      </p:pic>
      <p:pic>
        <p:nvPicPr>
          <p:cNvPr id="4" name="!!blk_01" descr="img2/tiles/tile_r01_c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017520"/>
            <a:ext cx="384048" cy="384048"/>
          </a:xfrm>
          <a:prstGeom prst="rect">
            <a:avLst/>
          </a:prstGeom>
        </p:spPr>
      </p:pic>
      <p:pic>
        <p:nvPicPr>
          <p:cNvPr id="5" name="!!blk_02" descr="img2/tiles/tile_r03_c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184" y="3785616"/>
            <a:ext cx="384048" cy="384048"/>
          </a:xfrm>
          <a:prstGeom prst="rect">
            <a:avLst/>
          </a:prstGeom>
        </p:spPr>
      </p:pic>
      <p:pic>
        <p:nvPicPr>
          <p:cNvPr id="6" name="!!blk_03" descr="img2/tiles/tile_r03_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7472" y="3785616"/>
            <a:ext cx="384048" cy="384048"/>
          </a:xfrm>
          <a:prstGeom prst="rect">
            <a:avLst/>
          </a:prstGeom>
        </p:spPr>
      </p:pic>
      <p:pic>
        <p:nvPicPr>
          <p:cNvPr id="7" name="!!blk_04" descr="img2/tiles/tile_r04_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3184" y="4169664"/>
            <a:ext cx="384048" cy="384048"/>
          </a:xfrm>
          <a:prstGeom prst="rect">
            <a:avLst/>
          </a:prstGeom>
        </p:spPr>
      </p:pic>
      <p:pic>
        <p:nvPicPr>
          <p:cNvPr id="8" name="!!blk_05" descr="img2/tiles/tile_r04_c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232" y="4169664"/>
            <a:ext cx="384048" cy="384048"/>
          </a:xfrm>
          <a:prstGeom prst="rect">
            <a:avLst/>
          </a:prstGeom>
        </p:spPr>
      </p:pic>
      <p:pic>
        <p:nvPicPr>
          <p:cNvPr id="9" name="!!blk_06" descr="img2/tiles/tile_r04_c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5328" y="4169664"/>
            <a:ext cx="384048" cy="384048"/>
          </a:xfrm>
          <a:prstGeom prst="rect">
            <a:avLst/>
          </a:prstGeom>
        </p:spPr>
      </p:pic>
      <p:pic>
        <p:nvPicPr>
          <p:cNvPr id="10" name="!!blk_07" descr="img2/tiles/tile_r04_c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9376" y="4169664"/>
            <a:ext cx="384048" cy="384048"/>
          </a:xfrm>
          <a:prstGeom prst="rect">
            <a:avLst/>
          </a:prstGeom>
        </p:spPr>
      </p:pic>
      <p:pic>
        <p:nvPicPr>
          <p:cNvPr id="11" name="!!blk_08" descr="img2/tiles/tile_r05_c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3184" y="4553712"/>
            <a:ext cx="384048" cy="384048"/>
          </a:xfrm>
          <a:prstGeom prst="rect">
            <a:avLst/>
          </a:prstGeom>
        </p:spPr>
      </p:pic>
      <p:pic>
        <p:nvPicPr>
          <p:cNvPr id="12" name="!!blk_09" descr="img2/tiles/tile_r05_c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7232" y="4553712"/>
            <a:ext cx="384048" cy="384048"/>
          </a:xfrm>
          <a:prstGeom prst="rect">
            <a:avLst/>
          </a:prstGeom>
        </p:spPr>
      </p:pic>
      <p:pic>
        <p:nvPicPr>
          <p:cNvPr id="13" name="!!blk_10" descr="img2/tiles/tile_r05_c0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4553712"/>
            <a:ext cx="384048" cy="384048"/>
          </a:xfrm>
          <a:prstGeom prst="rect">
            <a:avLst/>
          </a:prstGeom>
        </p:spPr>
      </p:pic>
      <p:pic>
        <p:nvPicPr>
          <p:cNvPr id="14" name="!!blk_11" descr="img2/tiles/tile_r05_c0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5328" y="4553712"/>
            <a:ext cx="384048" cy="384048"/>
          </a:xfrm>
          <a:prstGeom prst="rect">
            <a:avLst/>
          </a:prstGeom>
        </p:spPr>
      </p:pic>
      <p:pic>
        <p:nvPicPr>
          <p:cNvPr id="15" name="!!blk_12" descr="img2/tiles/tile_r05_c0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009376" y="4553712"/>
            <a:ext cx="384048" cy="384048"/>
          </a:xfrm>
          <a:prstGeom prst="rect">
            <a:avLst/>
          </a:prstGeom>
        </p:spPr>
      </p:pic>
      <p:pic>
        <p:nvPicPr>
          <p:cNvPr id="16" name="!!blk_13" descr="img2/tiles/tile_r06_c0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05088" y="4937760"/>
            <a:ext cx="384048" cy="384048"/>
          </a:xfrm>
          <a:prstGeom prst="rect">
            <a:avLst/>
          </a:prstGeom>
        </p:spPr>
      </p:pic>
      <p:pic>
        <p:nvPicPr>
          <p:cNvPr id="17" name="!!blk_14" descr="img2/tiles/tile_r06_c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73184" y="4937760"/>
            <a:ext cx="384048" cy="384048"/>
          </a:xfrm>
          <a:prstGeom prst="rect">
            <a:avLst/>
          </a:prstGeom>
        </p:spPr>
      </p:pic>
      <p:pic>
        <p:nvPicPr>
          <p:cNvPr id="18" name="!!blk_15" descr="img2/tiles/tile_r06_c0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57232" y="4937760"/>
            <a:ext cx="384048" cy="384048"/>
          </a:xfrm>
          <a:prstGeom prst="rect">
            <a:avLst/>
          </a:prstGeom>
        </p:spPr>
      </p:pic>
      <p:pic>
        <p:nvPicPr>
          <p:cNvPr id="19" name="!!blk_16" descr="img2/tiles/tile_r06_c0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241280" y="4937760"/>
            <a:ext cx="384048" cy="384048"/>
          </a:xfrm>
          <a:prstGeom prst="rect">
            <a:avLst/>
          </a:prstGeom>
        </p:spPr>
      </p:pic>
      <p:pic>
        <p:nvPicPr>
          <p:cNvPr id="20" name="!!blk_17" descr="img2/tiles/tile_r06_c0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25328" y="4937760"/>
            <a:ext cx="384048" cy="384048"/>
          </a:xfrm>
          <a:prstGeom prst="rect">
            <a:avLst/>
          </a:prstGeom>
        </p:spPr>
      </p:pic>
      <p:pic>
        <p:nvPicPr>
          <p:cNvPr id="21" name="!!blk_18" descr="img2/tiles/tile_r06_c1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777472" y="4937760"/>
            <a:ext cx="384048" cy="384048"/>
          </a:xfrm>
          <a:prstGeom prst="rect">
            <a:avLst/>
          </a:prstGeom>
        </p:spPr>
      </p:pic>
      <p:pic>
        <p:nvPicPr>
          <p:cNvPr id="22" name="!!blk_19" descr="img2/tiles/tile_r07_c0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05088" y="5321808"/>
            <a:ext cx="384048" cy="384048"/>
          </a:xfrm>
          <a:prstGeom prst="rect">
            <a:avLst/>
          </a:prstGeom>
        </p:spPr>
      </p:pic>
      <p:pic>
        <p:nvPicPr>
          <p:cNvPr id="23" name="!!blk_20" descr="img2/tiles/tile_r07_c0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73184" y="5321808"/>
            <a:ext cx="384048" cy="384048"/>
          </a:xfrm>
          <a:prstGeom prst="rect">
            <a:avLst/>
          </a:prstGeom>
        </p:spPr>
      </p:pic>
      <p:pic>
        <p:nvPicPr>
          <p:cNvPr id="24" name="!!blk_21" descr="img2/tiles/tile_r07_c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57232" y="5321808"/>
            <a:ext cx="384048" cy="384048"/>
          </a:xfrm>
          <a:prstGeom prst="rect">
            <a:avLst/>
          </a:prstGeom>
        </p:spPr>
      </p:pic>
      <p:pic>
        <p:nvPicPr>
          <p:cNvPr id="25" name="!!blk_22" descr="img2/tiles/tile_r07_c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241280" y="5321808"/>
            <a:ext cx="384048" cy="384048"/>
          </a:xfrm>
          <a:prstGeom prst="rect">
            <a:avLst/>
          </a:prstGeom>
        </p:spPr>
      </p:pic>
      <p:pic>
        <p:nvPicPr>
          <p:cNvPr id="26" name="!!blk_23" descr="img2/tiles/tile_r07_c0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25328" y="5321808"/>
            <a:ext cx="384048" cy="384048"/>
          </a:xfrm>
          <a:prstGeom prst="rect">
            <a:avLst/>
          </a:prstGeom>
        </p:spPr>
      </p:pic>
      <p:pic>
        <p:nvPicPr>
          <p:cNvPr id="27" name="!!blk_24" descr="img2/tiles/tile_r08_c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936992" y="5705856"/>
            <a:ext cx="384048" cy="384048"/>
          </a:xfrm>
          <a:prstGeom prst="rect">
            <a:avLst/>
          </a:prstGeom>
        </p:spPr>
      </p:pic>
      <p:pic>
        <p:nvPicPr>
          <p:cNvPr id="28" name="!!blk_25" descr="img2/tiles/tile_r08_c0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089136" y="5705856"/>
            <a:ext cx="384048" cy="384048"/>
          </a:xfrm>
          <a:prstGeom prst="rect">
            <a:avLst/>
          </a:prstGeom>
        </p:spPr>
      </p:pic>
      <p:pic>
        <p:nvPicPr>
          <p:cNvPr id="29" name="!!blk_26" descr="img2/tiles/tile_r08_c0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473184" y="5705856"/>
            <a:ext cx="384048" cy="384048"/>
          </a:xfrm>
          <a:prstGeom prst="rect">
            <a:avLst/>
          </a:prstGeom>
        </p:spPr>
      </p:pic>
      <p:pic>
        <p:nvPicPr>
          <p:cNvPr id="30" name="!!blk_27" descr="img2/tiles/tile_r08_c05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857232" y="5705856"/>
            <a:ext cx="384048" cy="384048"/>
          </a:xfrm>
          <a:prstGeom prst="rect">
            <a:avLst/>
          </a:prstGeom>
        </p:spPr>
      </p:pic>
      <p:pic>
        <p:nvPicPr>
          <p:cNvPr id="31" name="!!blk_28" descr="img2/tiles/tile_r08_c06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241280" y="5705856"/>
            <a:ext cx="384048" cy="384048"/>
          </a:xfrm>
          <a:prstGeom prst="rect">
            <a:avLst/>
          </a:prstGeom>
        </p:spPr>
      </p:pic>
      <p:pic>
        <p:nvPicPr>
          <p:cNvPr id="32" name="!!blk_29" descr="img2/tiles/tile_r08_c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625328" y="5705856"/>
            <a:ext cx="384048" cy="384048"/>
          </a:xfrm>
          <a:prstGeom prst="rect">
            <a:avLst/>
          </a:prstGeom>
        </p:spPr>
      </p:pic>
      <p:pic>
        <p:nvPicPr>
          <p:cNvPr id="33" name="!!blk_30" descr="img2/tiles/tile_r08_c0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1009376" y="5705856"/>
            <a:ext cx="384048" cy="384048"/>
          </a:xfrm>
          <a:prstGeom prst="rect">
            <a:avLst/>
          </a:prstGeom>
        </p:spPr>
      </p:pic>
      <p:pic>
        <p:nvPicPr>
          <p:cNvPr id="34" name="!!blk_31" descr="img2/tiles/tile_r08_c0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393424" y="5705856"/>
            <a:ext cx="384048" cy="384048"/>
          </a:xfrm>
          <a:prstGeom prst="rect">
            <a:avLst/>
          </a:prstGeom>
        </p:spPr>
      </p:pic>
      <p:pic>
        <p:nvPicPr>
          <p:cNvPr id="35" name="!!blk_32" descr="img2/tiles/tile_r09_c00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936992" y="6089904"/>
            <a:ext cx="384048" cy="384048"/>
          </a:xfrm>
          <a:prstGeom prst="rect">
            <a:avLst/>
          </a:prstGeom>
        </p:spPr>
      </p:pic>
      <p:pic>
        <p:nvPicPr>
          <p:cNvPr id="36" name="!!blk_33" descr="img2/tiles/tile_r09_c0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321040" y="6089904"/>
            <a:ext cx="384048" cy="384048"/>
          </a:xfrm>
          <a:prstGeom prst="rect">
            <a:avLst/>
          </a:prstGeom>
        </p:spPr>
      </p:pic>
      <p:pic>
        <p:nvPicPr>
          <p:cNvPr id="37" name="!!blk_34" descr="img2/tiles/tile_r09_c04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473184" y="6089904"/>
            <a:ext cx="384048" cy="384048"/>
          </a:xfrm>
          <a:prstGeom prst="rect">
            <a:avLst/>
          </a:prstGeom>
        </p:spPr>
      </p:pic>
      <p:pic>
        <p:nvPicPr>
          <p:cNvPr id="38" name="!!blk_35" descr="img2/tiles/tile_r09_c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857232" y="6089904"/>
            <a:ext cx="384048" cy="384048"/>
          </a:xfrm>
          <a:prstGeom prst="rect">
            <a:avLst/>
          </a:prstGeom>
        </p:spPr>
      </p:pic>
      <p:pic>
        <p:nvPicPr>
          <p:cNvPr id="39" name="!!blk_36" descr="img2/tiles/tile_r09_c0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1009376" y="6089904"/>
            <a:ext cx="384048" cy="384048"/>
          </a:xfrm>
          <a:prstGeom prst="rect">
            <a:avLst/>
          </a:prstGeom>
        </p:spPr>
      </p:pic>
      <p:pic>
        <p:nvPicPr>
          <p:cNvPr id="40" name="!!blk_37" descr="img2/tiles/tile_r10_c0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9089136" y="6473952"/>
            <a:ext cx="384048" cy="384048"/>
          </a:xfrm>
          <a:prstGeom prst="rect">
            <a:avLst/>
          </a:prstGeom>
        </p:spPr>
      </p:pic>
      <p:pic>
        <p:nvPicPr>
          <p:cNvPr id="41" name="!!blk_38" descr="img2/tiles/tile_r10_c06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241280" y="6473952"/>
            <a:ext cx="384048" cy="384048"/>
          </a:xfrm>
          <a:prstGeom prst="rect">
            <a:avLst/>
          </a:prstGeom>
        </p:spPr>
      </p:pic>
      <p:sp>
        <p:nvSpPr>
          <p:cNvPr id="42" name="!!label"/>
          <p:cNvSpPr txBox="1"/>
          <p:nvPr/>
        </p:nvSpPr>
        <p:spPr>
          <a:xfrm>
            <a:off x="411480" y="2286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Guia Interno</a:t>
            </a:r>
            <a:endParaRPr lang="pt-BR" sz="1400" dirty="0"/>
          </a:p>
        </p:txBody>
      </p:sp>
      <p:sp>
        <p:nvSpPr>
          <p:cNvPr id="43" name="!!title"/>
          <p:cNvSpPr txBox="1"/>
          <p:nvPr/>
        </p:nvSpPr>
        <p:spPr>
          <a:xfrm>
            <a:off x="411480" y="2606040"/>
            <a:ext cx="7680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4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Como Fazer</a:t>
            </a:r>
            <a:endParaRPr lang="pt-BR" sz="3400" dirty="0"/>
          </a:p>
          <a:p>
            <a:pPr indent="0" marL="0">
              <a:buNone/>
            </a:pPr>
            <a:r>
              <a:rPr lang="pt-BR" sz="34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Boas Apresentações</a:t>
            </a:r>
            <a:endParaRPr lang="pt-BR" sz="3400" dirty="0"/>
          </a:p>
        </p:txBody>
      </p:sp>
      <p:sp>
        <p:nvSpPr>
          <p:cNvPr id="44" name="capa_sub"/>
          <p:cNvSpPr txBox="1"/>
          <p:nvPr/>
        </p:nvSpPr>
        <p:spPr>
          <a:xfrm>
            <a:off x="411480" y="3840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800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Estrutura, conteúdo e design no template Hydroforce</a:t>
            </a:r>
            <a:endParaRPr lang="pt-BR" sz="1800" dirty="0"/>
          </a:p>
        </p:txBody>
      </p:sp>
      <p:sp>
        <p:nvSpPr>
          <p:cNvPr id="45" name="capa_meta"/>
          <p:cNvSpPr txBox="1"/>
          <p:nvPr/>
        </p:nvSpPr>
        <p:spPr>
          <a:xfrm>
            <a:off x="41148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200" dirty="0">
                <a:solidFill>
                  <a:srgbClr val="9FB9C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Versão 1.0  ·  Setembro de 2026</a:t>
            </a:r>
            <a:endParaRPr lang="pt-BR" sz="1200" dirty="0"/>
          </a:p>
        </p:txBody>
      </p:sp>
      <p:sp>
        <p:nvSpPr>
          <p:cNvPr id="46" name="!!rule"/>
          <p:cNvSpPr/>
          <p:nvPr/>
        </p:nvSpPr>
        <p:spPr>
          <a:xfrm>
            <a:off x="0" y="6382512"/>
            <a:ext cx="8001000" cy="0"/>
          </a:xfrm>
          <a:prstGeom prst="line">
            <a:avLst/>
          </a:prstGeom>
          <a:noFill/>
          <a:ln w="12700">
            <a:solidFill>
              <a:srgbClr val="F2F0EB"/>
            </a:solidFill>
            <a:prstDash val="solid"/>
          </a:ln>
        </p:spPr>
      </p:sp>
      <p:pic>
        <p:nvPicPr>
          <p:cNvPr id="47" name="!!logo" descr="logos/logo_branco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7160" y="6473952"/>
            <a:ext cx="1947672" cy="283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9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  <p:bldP spid="46" grpId="0"/>
      <p:bldP spid="47" grpId="0"/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nel"/>
          <p:cNvSpPr/>
          <p:nvPr/>
        </p:nvSpPr>
        <p:spPr>
          <a:xfrm>
            <a:off x="9418320" y="0"/>
            <a:ext cx="2773375" cy="6181344"/>
          </a:xfrm>
          <a:prstGeom prst="rect">
            <a:avLst/>
          </a:prstGeom>
          <a:solidFill>
            <a:srgbClr val="18576C"/>
          </a:solidFill>
          <a:ln w="12700">
            <a:solidFill>
              <a:srgbClr val="18576C"/>
            </a:solidFill>
            <a:prstDash val="solid"/>
          </a:ln>
        </p:spPr>
      </p:sp>
      <p:pic>
        <p:nvPicPr>
          <p:cNvPr id="3" name="!!blk_00" descr="img2/tiles/tile_r01_c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3429000"/>
            <a:ext cx="384048" cy="384048"/>
          </a:xfrm>
          <a:prstGeom prst="rect">
            <a:avLst/>
          </a:prstGeom>
        </p:spPr>
      </p:pic>
      <p:pic>
        <p:nvPicPr>
          <p:cNvPr id="4" name="!!blk_01" descr="img2/tiles/tile_r01_c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976" y="3429000"/>
            <a:ext cx="384048" cy="384048"/>
          </a:xfrm>
          <a:prstGeom prst="rect">
            <a:avLst/>
          </a:prstGeom>
        </p:spPr>
      </p:pic>
      <p:pic>
        <p:nvPicPr>
          <p:cNvPr id="5" name="!!blk_02" descr="img2/tiles/tile_r03_c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9024" y="3429000"/>
            <a:ext cx="384048" cy="384048"/>
          </a:xfrm>
          <a:prstGeom prst="rect">
            <a:avLst/>
          </a:prstGeom>
        </p:spPr>
      </p:pic>
      <p:pic>
        <p:nvPicPr>
          <p:cNvPr id="6" name="!!blk_03" descr="img2/tiles/tile_r03_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3072" y="3429000"/>
            <a:ext cx="384048" cy="384048"/>
          </a:xfrm>
          <a:prstGeom prst="rect">
            <a:avLst/>
          </a:prstGeom>
        </p:spPr>
      </p:pic>
      <p:pic>
        <p:nvPicPr>
          <p:cNvPr id="7" name="!!blk_04" descr="img2/tiles/tile_r04_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47120" y="3429000"/>
            <a:ext cx="384048" cy="384048"/>
          </a:xfrm>
          <a:prstGeom prst="rect">
            <a:avLst/>
          </a:prstGeom>
        </p:spPr>
      </p:pic>
      <p:pic>
        <p:nvPicPr>
          <p:cNvPr id="8" name="!!blk_05" descr="img2/tiles/tile_r04_c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31168" y="3429000"/>
            <a:ext cx="384048" cy="384048"/>
          </a:xfrm>
          <a:prstGeom prst="rect">
            <a:avLst/>
          </a:prstGeom>
        </p:spPr>
      </p:pic>
      <p:pic>
        <p:nvPicPr>
          <p:cNvPr id="9" name="!!blk_06" descr="img2/tiles/tile_r04_c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10928" y="3813048"/>
            <a:ext cx="384048" cy="384048"/>
          </a:xfrm>
          <a:prstGeom prst="rect">
            <a:avLst/>
          </a:prstGeom>
        </p:spPr>
      </p:pic>
      <p:pic>
        <p:nvPicPr>
          <p:cNvPr id="10" name="!!blk_07" descr="img2/tiles/tile_r04_c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94976" y="3813048"/>
            <a:ext cx="384048" cy="384048"/>
          </a:xfrm>
          <a:prstGeom prst="rect">
            <a:avLst/>
          </a:prstGeom>
        </p:spPr>
      </p:pic>
      <p:pic>
        <p:nvPicPr>
          <p:cNvPr id="11" name="!!blk_08" descr="img2/tiles/tile_r05_c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79024" y="3813048"/>
            <a:ext cx="384048" cy="384048"/>
          </a:xfrm>
          <a:prstGeom prst="rect">
            <a:avLst/>
          </a:prstGeom>
        </p:spPr>
      </p:pic>
      <p:pic>
        <p:nvPicPr>
          <p:cNvPr id="12" name="!!blk_09" descr="img2/tiles/tile_r05_c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63072" y="3813048"/>
            <a:ext cx="384048" cy="384048"/>
          </a:xfrm>
          <a:prstGeom prst="rect">
            <a:avLst/>
          </a:prstGeom>
        </p:spPr>
      </p:pic>
      <p:pic>
        <p:nvPicPr>
          <p:cNvPr id="13" name="!!blk_10" descr="img2/tiles/tile_r05_c0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47120" y="3813048"/>
            <a:ext cx="384048" cy="384048"/>
          </a:xfrm>
          <a:prstGeom prst="rect">
            <a:avLst/>
          </a:prstGeom>
        </p:spPr>
      </p:pic>
      <p:pic>
        <p:nvPicPr>
          <p:cNvPr id="14" name="!!blk_11" descr="img2/tiles/tile_r05_c0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31168" y="3813048"/>
            <a:ext cx="384048" cy="384048"/>
          </a:xfrm>
          <a:prstGeom prst="rect">
            <a:avLst/>
          </a:prstGeom>
        </p:spPr>
      </p:pic>
      <p:pic>
        <p:nvPicPr>
          <p:cNvPr id="15" name="!!blk_12" descr="img2/tiles/tile_r05_c0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10928" y="4197096"/>
            <a:ext cx="384048" cy="384048"/>
          </a:xfrm>
          <a:prstGeom prst="rect">
            <a:avLst/>
          </a:prstGeom>
        </p:spPr>
      </p:pic>
      <p:pic>
        <p:nvPicPr>
          <p:cNvPr id="16" name="!!blk_13" descr="img2/tiles/tile_r06_c0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94976" y="4197096"/>
            <a:ext cx="384048" cy="384048"/>
          </a:xfrm>
          <a:prstGeom prst="rect">
            <a:avLst/>
          </a:prstGeom>
        </p:spPr>
      </p:pic>
      <p:pic>
        <p:nvPicPr>
          <p:cNvPr id="17" name="!!blk_14" descr="img2/tiles/tile_r06_c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79024" y="4197096"/>
            <a:ext cx="384048" cy="384048"/>
          </a:xfrm>
          <a:prstGeom prst="rect">
            <a:avLst/>
          </a:prstGeom>
        </p:spPr>
      </p:pic>
      <p:pic>
        <p:nvPicPr>
          <p:cNvPr id="18" name="!!blk_15" descr="img2/tiles/tile_r06_c0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863072" y="4197096"/>
            <a:ext cx="384048" cy="384048"/>
          </a:xfrm>
          <a:prstGeom prst="rect">
            <a:avLst/>
          </a:prstGeom>
        </p:spPr>
      </p:pic>
      <p:pic>
        <p:nvPicPr>
          <p:cNvPr id="19" name="!!blk_16" descr="img2/tiles/tile_r06_c0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47120" y="4197096"/>
            <a:ext cx="384048" cy="384048"/>
          </a:xfrm>
          <a:prstGeom prst="rect">
            <a:avLst/>
          </a:prstGeom>
        </p:spPr>
      </p:pic>
      <p:pic>
        <p:nvPicPr>
          <p:cNvPr id="20" name="!!blk_17" descr="img2/tiles/tile_r06_c0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31168" y="4197096"/>
            <a:ext cx="384048" cy="384048"/>
          </a:xfrm>
          <a:prstGeom prst="rect">
            <a:avLst/>
          </a:prstGeom>
        </p:spPr>
      </p:pic>
      <p:pic>
        <p:nvPicPr>
          <p:cNvPr id="21" name="!!blk_18" descr="img2/tiles/tile_r06_c1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0928" y="4581144"/>
            <a:ext cx="384048" cy="384048"/>
          </a:xfrm>
          <a:prstGeom prst="rect">
            <a:avLst/>
          </a:prstGeom>
        </p:spPr>
      </p:pic>
      <p:pic>
        <p:nvPicPr>
          <p:cNvPr id="22" name="!!blk_19" descr="img2/tiles/tile_r07_c0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094976" y="4581144"/>
            <a:ext cx="384048" cy="384048"/>
          </a:xfrm>
          <a:prstGeom prst="rect">
            <a:avLst/>
          </a:prstGeom>
        </p:spPr>
      </p:pic>
      <p:pic>
        <p:nvPicPr>
          <p:cNvPr id="23" name="!!blk_20" descr="img2/tiles/tile_r07_c0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79024" y="4581144"/>
            <a:ext cx="384048" cy="384048"/>
          </a:xfrm>
          <a:prstGeom prst="rect">
            <a:avLst/>
          </a:prstGeom>
        </p:spPr>
      </p:pic>
      <p:pic>
        <p:nvPicPr>
          <p:cNvPr id="24" name="!!blk_21" descr="img2/tiles/tile_r07_c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863072" y="4581144"/>
            <a:ext cx="384048" cy="384048"/>
          </a:xfrm>
          <a:prstGeom prst="rect">
            <a:avLst/>
          </a:prstGeom>
        </p:spPr>
      </p:pic>
      <p:pic>
        <p:nvPicPr>
          <p:cNvPr id="25" name="!!blk_22" descr="img2/tiles/tile_r07_c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47120" y="4581144"/>
            <a:ext cx="384048" cy="384048"/>
          </a:xfrm>
          <a:prstGeom prst="rect">
            <a:avLst/>
          </a:prstGeom>
        </p:spPr>
      </p:pic>
      <p:pic>
        <p:nvPicPr>
          <p:cNvPr id="26" name="!!blk_23" descr="img2/tiles/tile_r07_c0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631168" y="4581144"/>
            <a:ext cx="384048" cy="384048"/>
          </a:xfrm>
          <a:prstGeom prst="rect">
            <a:avLst/>
          </a:prstGeom>
        </p:spPr>
      </p:pic>
      <p:pic>
        <p:nvPicPr>
          <p:cNvPr id="27" name="!!blk_24" descr="img2/tiles/tile_r08_c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10928" y="4965192"/>
            <a:ext cx="384048" cy="384048"/>
          </a:xfrm>
          <a:prstGeom prst="rect">
            <a:avLst/>
          </a:prstGeom>
        </p:spPr>
      </p:pic>
      <p:pic>
        <p:nvPicPr>
          <p:cNvPr id="28" name="!!blk_25" descr="img2/tiles/tile_r08_c0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094976" y="4965192"/>
            <a:ext cx="384048" cy="384048"/>
          </a:xfrm>
          <a:prstGeom prst="rect">
            <a:avLst/>
          </a:prstGeom>
        </p:spPr>
      </p:pic>
      <p:pic>
        <p:nvPicPr>
          <p:cNvPr id="29" name="!!blk_26" descr="img2/tiles/tile_r08_c0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479024" y="4965192"/>
            <a:ext cx="384048" cy="384048"/>
          </a:xfrm>
          <a:prstGeom prst="rect">
            <a:avLst/>
          </a:prstGeom>
        </p:spPr>
      </p:pic>
      <p:pic>
        <p:nvPicPr>
          <p:cNvPr id="30" name="!!blk_27" descr="img2/tiles/tile_r08_c05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63072" y="4965192"/>
            <a:ext cx="384048" cy="384048"/>
          </a:xfrm>
          <a:prstGeom prst="rect">
            <a:avLst/>
          </a:prstGeom>
        </p:spPr>
      </p:pic>
      <p:pic>
        <p:nvPicPr>
          <p:cNvPr id="31" name="!!blk_28" descr="img2/tiles/tile_r08_c06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1247120" y="4965192"/>
            <a:ext cx="384048" cy="384048"/>
          </a:xfrm>
          <a:prstGeom prst="rect">
            <a:avLst/>
          </a:prstGeom>
        </p:spPr>
      </p:pic>
      <p:pic>
        <p:nvPicPr>
          <p:cNvPr id="32" name="!!blk_29" descr="img2/tiles/tile_r08_c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631168" y="4965192"/>
            <a:ext cx="384048" cy="384048"/>
          </a:xfrm>
          <a:prstGeom prst="rect">
            <a:avLst/>
          </a:prstGeom>
        </p:spPr>
      </p:pic>
      <p:pic>
        <p:nvPicPr>
          <p:cNvPr id="33" name="!!blk_30" descr="img2/tiles/tile_r08_c0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710928" y="5349240"/>
            <a:ext cx="384048" cy="384048"/>
          </a:xfrm>
          <a:prstGeom prst="rect">
            <a:avLst/>
          </a:prstGeom>
        </p:spPr>
      </p:pic>
      <p:pic>
        <p:nvPicPr>
          <p:cNvPr id="34" name="!!blk_31" descr="img2/tiles/tile_r08_c0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94976" y="5349240"/>
            <a:ext cx="384048" cy="384048"/>
          </a:xfrm>
          <a:prstGeom prst="rect">
            <a:avLst/>
          </a:prstGeom>
        </p:spPr>
      </p:pic>
      <p:pic>
        <p:nvPicPr>
          <p:cNvPr id="35" name="!!blk_32" descr="img2/tiles/tile_r09_c00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479024" y="5349240"/>
            <a:ext cx="384048" cy="384048"/>
          </a:xfrm>
          <a:prstGeom prst="rect">
            <a:avLst/>
          </a:prstGeom>
        </p:spPr>
      </p:pic>
      <p:pic>
        <p:nvPicPr>
          <p:cNvPr id="36" name="!!blk_33" descr="img2/tiles/tile_r09_c0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863072" y="5349240"/>
            <a:ext cx="384048" cy="384048"/>
          </a:xfrm>
          <a:prstGeom prst="rect">
            <a:avLst/>
          </a:prstGeom>
        </p:spPr>
      </p:pic>
      <p:pic>
        <p:nvPicPr>
          <p:cNvPr id="37" name="!!blk_34" descr="img2/tiles/tile_r09_c04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1247120" y="5349240"/>
            <a:ext cx="384048" cy="384048"/>
          </a:xfrm>
          <a:prstGeom prst="rect">
            <a:avLst/>
          </a:prstGeom>
        </p:spPr>
      </p:pic>
      <p:pic>
        <p:nvPicPr>
          <p:cNvPr id="38" name="!!blk_35" descr="img2/tiles/tile_r09_c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1631168" y="5349240"/>
            <a:ext cx="384048" cy="384048"/>
          </a:xfrm>
          <a:prstGeom prst="rect">
            <a:avLst/>
          </a:prstGeom>
        </p:spPr>
      </p:pic>
      <p:pic>
        <p:nvPicPr>
          <p:cNvPr id="39" name="!!blk_36" descr="img2/tiles/tile_r09_c0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710928" y="5733288"/>
            <a:ext cx="384048" cy="384048"/>
          </a:xfrm>
          <a:prstGeom prst="rect">
            <a:avLst/>
          </a:prstGeom>
        </p:spPr>
      </p:pic>
      <p:pic>
        <p:nvPicPr>
          <p:cNvPr id="40" name="!!blk_37" descr="img2/tiles/tile_r10_c0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094976" y="5733288"/>
            <a:ext cx="384048" cy="384048"/>
          </a:xfrm>
          <a:prstGeom prst="rect">
            <a:avLst/>
          </a:prstGeom>
        </p:spPr>
      </p:pic>
      <p:pic>
        <p:nvPicPr>
          <p:cNvPr id="41" name="!!blk_38" descr="img2/tiles/tile_r10_c06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479024" y="5733288"/>
            <a:ext cx="384048" cy="384048"/>
          </a:xfrm>
          <a:prstGeom prst="rect">
            <a:avLst/>
          </a:prstGeom>
        </p:spPr>
      </p:pic>
      <p:sp>
        <p:nvSpPr>
          <p:cNvPr id="4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 que vamos ver</a:t>
            </a:r>
            <a:endParaRPr lang="pt-BR" sz="1300" dirty="0"/>
          </a:p>
        </p:txBody>
      </p:sp>
      <p:sp>
        <p:nvSpPr>
          <p:cNvPr id="4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SUMÁRIO</a:t>
            </a:r>
            <a:endParaRPr lang="pt-BR" sz="2500" dirty="0"/>
          </a:p>
        </p:txBody>
      </p:sp>
      <p:sp>
        <p:nvSpPr>
          <p:cNvPr id="44" name="ag_c0"/>
          <p:cNvSpPr/>
          <p:nvPr/>
        </p:nvSpPr>
        <p:spPr>
          <a:xfrm>
            <a:off x="457200" y="1417320"/>
            <a:ext cx="420624" cy="420624"/>
          </a:xfrm>
          <a:prstGeom prst="ellipse">
            <a:avLst/>
          </a:prstGeom>
          <a:solidFill>
            <a:srgbClr val="0B2336">
              <a:alpha val="0"/>
            </a:srgbClr>
          </a:solidFill>
          <a:ln w="19050">
            <a:solidFill>
              <a:srgbClr val="F2F0EB"/>
            </a:solidFill>
            <a:prstDash val="solid"/>
          </a:ln>
        </p:spPr>
      </p:sp>
      <p:sp>
        <p:nvSpPr>
          <p:cNvPr id="45" name="ag_n0"/>
          <p:cNvSpPr txBox="1"/>
          <p:nvPr/>
        </p:nvSpPr>
        <p:spPr>
          <a:xfrm>
            <a:off x="45720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pt-BR" sz="1200" dirty="0"/>
          </a:p>
        </p:txBody>
      </p:sp>
      <p:sp>
        <p:nvSpPr>
          <p:cNvPr id="46" name="ag_t0"/>
          <p:cNvSpPr txBox="1"/>
          <p:nvPr/>
        </p:nvSpPr>
        <p:spPr>
          <a:xfrm>
            <a:off x="1097280" y="1399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Comece pela mensagem</a:t>
            </a:r>
            <a:endParaRPr lang="pt-BR" sz="1700" dirty="0"/>
          </a:p>
        </p:txBody>
      </p:sp>
      <p:sp>
        <p:nvSpPr>
          <p:cNvPr id="47" name="ag_l0"/>
          <p:cNvSpPr/>
          <p:nvPr/>
        </p:nvSpPr>
        <p:spPr>
          <a:xfrm>
            <a:off x="1097280" y="1965960"/>
            <a:ext cx="7589520" cy="0"/>
          </a:xfrm>
          <a:prstGeom prst="line">
            <a:avLst/>
          </a:prstGeom>
          <a:noFill/>
          <a:ln w="6350">
            <a:solidFill>
              <a:srgbClr val="F2F0EB">
                <a:alpha val="25000"/>
              </a:srgbClr>
            </a:solidFill>
            <a:prstDash val="solid"/>
          </a:ln>
        </p:spPr>
      </p:sp>
      <p:sp>
        <p:nvSpPr>
          <p:cNvPr id="48" name="ag_c1"/>
          <p:cNvSpPr/>
          <p:nvPr/>
        </p:nvSpPr>
        <p:spPr>
          <a:xfrm>
            <a:off x="457200" y="2130552"/>
            <a:ext cx="420624" cy="420624"/>
          </a:xfrm>
          <a:prstGeom prst="ellipse">
            <a:avLst/>
          </a:prstGeom>
          <a:solidFill>
            <a:srgbClr val="0B2336">
              <a:alpha val="0"/>
            </a:srgbClr>
          </a:solidFill>
          <a:ln w="19050">
            <a:solidFill>
              <a:srgbClr val="F2F0EB"/>
            </a:solidFill>
            <a:prstDash val="solid"/>
          </a:ln>
        </p:spPr>
      </p:sp>
      <p:sp>
        <p:nvSpPr>
          <p:cNvPr id="49" name="ag_n1"/>
          <p:cNvSpPr txBox="1"/>
          <p:nvPr/>
        </p:nvSpPr>
        <p:spPr>
          <a:xfrm>
            <a:off x="45720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pt-BR" sz="1200" dirty="0"/>
          </a:p>
        </p:txBody>
      </p:sp>
      <p:sp>
        <p:nvSpPr>
          <p:cNvPr id="50" name="ag_t1"/>
          <p:cNvSpPr txBox="1"/>
          <p:nvPr/>
        </p:nvSpPr>
        <p:spPr>
          <a:xfrm>
            <a:off x="1097280" y="2112264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Estruture a narrativa</a:t>
            </a:r>
            <a:endParaRPr lang="pt-BR" sz="1700" dirty="0"/>
          </a:p>
        </p:txBody>
      </p:sp>
      <p:sp>
        <p:nvSpPr>
          <p:cNvPr id="51" name="ag_l1"/>
          <p:cNvSpPr/>
          <p:nvPr/>
        </p:nvSpPr>
        <p:spPr>
          <a:xfrm>
            <a:off x="1097280" y="2679192"/>
            <a:ext cx="7589520" cy="0"/>
          </a:xfrm>
          <a:prstGeom prst="line">
            <a:avLst/>
          </a:prstGeom>
          <a:noFill/>
          <a:ln w="6350">
            <a:solidFill>
              <a:srgbClr val="F2F0EB">
                <a:alpha val="25000"/>
              </a:srgbClr>
            </a:solidFill>
            <a:prstDash val="solid"/>
          </a:ln>
        </p:spPr>
      </p:sp>
      <p:sp>
        <p:nvSpPr>
          <p:cNvPr id="52" name="ag_c2"/>
          <p:cNvSpPr/>
          <p:nvPr/>
        </p:nvSpPr>
        <p:spPr>
          <a:xfrm>
            <a:off x="457200" y="2843784"/>
            <a:ext cx="420624" cy="420624"/>
          </a:xfrm>
          <a:prstGeom prst="ellipse">
            <a:avLst/>
          </a:prstGeom>
          <a:solidFill>
            <a:srgbClr val="0B2336">
              <a:alpha val="0"/>
            </a:srgbClr>
          </a:solidFill>
          <a:ln w="19050">
            <a:solidFill>
              <a:srgbClr val="F2F0EB"/>
            </a:solidFill>
            <a:prstDash val="solid"/>
          </a:ln>
        </p:spPr>
      </p:sp>
      <p:sp>
        <p:nvSpPr>
          <p:cNvPr id="53" name="ag_n2"/>
          <p:cNvSpPr txBox="1"/>
          <p:nvPr/>
        </p:nvSpPr>
        <p:spPr>
          <a:xfrm>
            <a:off x="457200" y="2843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pt-BR" sz="1200" dirty="0"/>
          </a:p>
        </p:txBody>
      </p:sp>
      <p:sp>
        <p:nvSpPr>
          <p:cNvPr id="54" name="ag_t2"/>
          <p:cNvSpPr txBox="1"/>
          <p:nvPr/>
        </p:nvSpPr>
        <p:spPr>
          <a:xfrm>
            <a:off x="1097280" y="282549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Menos é mais</a:t>
            </a:r>
            <a:endParaRPr lang="pt-BR" sz="1700" dirty="0"/>
          </a:p>
        </p:txBody>
      </p:sp>
      <p:sp>
        <p:nvSpPr>
          <p:cNvPr id="55" name="ag_l2"/>
          <p:cNvSpPr/>
          <p:nvPr/>
        </p:nvSpPr>
        <p:spPr>
          <a:xfrm>
            <a:off x="1097280" y="3392424"/>
            <a:ext cx="7589520" cy="0"/>
          </a:xfrm>
          <a:prstGeom prst="line">
            <a:avLst/>
          </a:prstGeom>
          <a:noFill/>
          <a:ln w="6350">
            <a:solidFill>
              <a:srgbClr val="F2F0EB">
                <a:alpha val="25000"/>
              </a:srgbClr>
            </a:solidFill>
            <a:prstDash val="solid"/>
          </a:ln>
        </p:spPr>
      </p:sp>
      <p:sp>
        <p:nvSpPr>
          <p:cNvPr id="56" name="ag_c3"/>
          <p:cNvSpPr/>
          <p:nvPr/>
        </p:nvSpPr>
        <p:spPr>
          <a:xfrm>
            <a:off x="457200" y="3557016"/>
            <a:ext cx="420624" cy="420624"/>
          </a:xfrm>
          <a:prstGeom prst="ellipse">
            <a:avLst/>
          </a:prstGeom>
          <a:solidFill>
            <a:srgbClr val="0B2336">
              <a:alpha val="0"/>
            </a:srgbClr>
          </a:solidFill>
          <a:ln w="19050">
            <a:solidFill>
              <a:srgbClr val="F2F0EB"/>
            </a:solidFill>
            <a:prstDash val="solid"/>
          </a:ln>
        </p:spPr>
      </p:sp>
      <p:sp>
        <p:nvSpPr>
          <p:cNvPr id="57" name="ag_n3"/>
          <p:cNvSpPr txBox="1"/>
          <p:nvPr/>
        </p:nvSpPr>
        <p:spPr>
          <a:xfrm>
            <a:off x="457200" y="35570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pt-BR" sz="1200" dirty="0"/>
          </a:p>
        </p:txBody>
      </p:sp>
      <p:sp>
        <p:nvSpPr>
          <p:cNvPr id="58" name="ag_t3"/>
          <p:cNvSpPr txBox="1"/>
          <p:nvPr/>
        </p:nvSpPr>
        <p:spPr>
          <a:xfrm>
            <a:off x="1097280" y="35387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Design que ajuda a ler</a:t>
            </a:r>
            <a:endParaRPr lang="pt-BR" sz="1700" dirty="0"/>
          </a:p>
        </p:txBody>
      </p:sp>
      <p:sp>
        <p:nvSpPr>
          <p:cNvPr id="59" name="ag_l3"/>
          <p:cNvSpPr/>
          <p:nvPr/>
        </p:nvSpPr>
        <p:spPr>
          <a:xfrm>
            <a:off x="1097280" y="4105656"/>
            <a:ext cx="7589520" cy="0"/>
          </a:xfrm>
          <a:prstGeom prst="line">
            <a:avLst/>
          </a:prstGeom>
          <a:noFill/>
          <a:ln w="6350">
            <a:solidFill>
              <a:srgbClr val="F2F0EB">
                <a:alpha val="25000"/>
              </a:srgbClr>
            </a:solidFill>
            <a:prstDash val="solid"/>
          </a:ln>
        </p:spPr>
      </p:sp>
      <p:sp>
        <p:nvSpPr>
          <p:cNvPr id="60" name="ag_c4"/>
          <p:cNvSpPr/>
          <p:nvPr/>
        </p:nvSpPr>
        <p:spPr>
          <a:xfrm>
            <a:off x="457200" y="4270248"/>
            <a:ext cx="420624" cy="420624"/>
          </a:xfrm>
          <a:prstGeom prst="ellipse">
            <a:avLst/>
          </a:prstGeom>
          <a:solidFill>
            <a:srgbClr val="0B2336">
              <a:alpha val="0"/>
            </a:srgbClr>
          </a:solidFill>
          <a:ln w="19050">
            <a:solidFill>
              <a:srgbClr val="F2F0EB"/>
            </a:solidFill>
            <a:prstDash val="solid"/>
          </a:ln>
        </p:spPr>
      </p:sp>
      <p:sp>
        <p:nvSpPr>
          <p:cNvPr id="61" name="ag_n4"/>
          <p:cNvSpPr txBox="1"/>
          <p:nvPr/>
        </p:nvSpPr>
        <p:spPr>
          <a:xfrm>
            <a:off x="457200" y="4270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pt-BR" sz="1200" dirty="0"/>
          </a:p>
        </p:txBody>
      </p:sp>
      <p:sp>
        <p:nvSpPr>
          <p:cNvPr id="62" name="ag_t4"/>
          <p:cNvSpPr txBox="1"/>
          <p:nvPr/>
        </p:nvSpPr>
        <p:spPr>
          <a:xfrm>
            <a:off x="1097280" y="4251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Dados que convencem</a:t>
            </a:r>
            <a:endParaRPr lang="pt-BR" sz="1700" dirty="0"/>
          </a:p>
        </p:txBody>
      </p:sp>
      <p:sp>
        <p:nvSpPr>
          <p:cNvPr id="63" name="ag_l4"/>
          <p:cNvSpPr/>
          <p:nvPr/>
        </p:nvSpPr>
        <p:spPr>
          <a:xfrm>
            <a:off x="1097280" y="4818888"/>
            <a:ext cx="7589520" cy="0"/>
          </a:xfrm>
          <a:prstGeom prst="line">
            <a:avLst/>
          </a:prstGeom>
          <a:noFill/>
          <a:ln w="6350">
            <a:solidFill>
              <a:srgbClr val="F2F0EB">
                <a:alpha val="25000"/>
              </a:srgbClr>
            </a:solidFill>
            <a:prstDash val="solid"/>
          </a:ln>
        </p:spPr>
      </p:sp>
      <p:sp>
        <p:nvSpPr>
          <p:cNvPr id="64" name="ag_c5"/>
          <p:cNvSpPr/>
          <p:nvPr/>
        </p:nvSpPr>
        <p:spPr>
          <a:xfrm>
            <a:off x="457200" y="4983480"/>
            <a:ext cx="420624" cy="420624"/>
          </a:xfrm>
          <a:prstGeom prst="ellipse">
            <a:avLst/>
          </a:prstGeom>
          <a:solidFill>
            <a:srgbClr val="0B2336">
              <a:alpha val="0"/>
            </a:srgbClr>
          </a:solidFill>
          <a:ln w="19050">
            <a:solidFill>
              <a:srgbClr val="F2F0EB"/>
            </a:solidFill>
            <a:prstDash val="solid"/>
          </a:ln>
        </p:spPr>
      </p:sp>
      <p:sp>
        <p:nvSpPr>
          <p:cNvPr id="65" name="ag_n5"/>
          <p:cNvSpPr txBox="1"/>
          <p:nvPr/>
        </p:nvSpPr>
        <p:spPr>
          <a:xfrm>
            <a:off x="457200" y="49834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pt-BR" sz="1200" dirty="0"/>
          </a:p>
        </p:txBody>
      </p:sp>
      <p:sp>
        <p:nvSpPr>
          <p:cNvPr id="66" name="ag_t5"/>
          <p:cNvSpPr txBox="1"/>
          <p:nvPr/>
        </p:nvSpPr>
        <p:spPr>
          <a:xfrm>
            <a:off x="1097280" y="496519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Ensaio e apresentação</a:t>
            </a:r>
            <a:endParaRPr lang="pt-BR" sz="1700" dirty="0"/>
          </a:p>
        </p:txBody>
      </p:sp>
      <p:sp>
        <p:nvSpPr>
          <p:cNvPr id="67" name="ag_l5"/>
          <p:cNvSpPr/>
          <p:nvPr/>
        </p:nvSpPr>
        <p:spPr>
          <a:xfrm>
            <a:off x="1097280" y="5532120"/>
            <a:ext cx="7589520" cy="0"/>
          </a:xfrm>
          <a:prstGeom prst="line">
            <a:avLst/>
          </a:prstGeom>
          <a:noFill/>
          <a:ln w="6350">
            <a:solidFill>
              <a:srgbClr val="F2F0EB">
                <a:alpha val="25000"/>
              </a:srgbClr>
            </a:solidFill>
            <a:prstDash val="solid"/>
          </a:ln>
        </p:spPr>
      </p:sp>
      <p:sp>
        <p:nvSpPr>
          <p:cNvPr id="6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19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47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3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  <p:bldP spid="65" grpId="0"/>
      <p:bldP spid="66" grpId="0"/>
      <p:bldP spid="6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nel"/>
          <p:cNvSpPr/>
          <p:nvPr/>
        </p:nvSpPr>
        <p:spPr>
          <a:xfrm>
            <a:off x="7223760" y="0"/>
            <a:ext cx="4967935" cy="6181344"/>
          </a:xfrm>
          <a:prstGeom prst="rect">
            <a:avLst/>
          </a:prstGeom>
          <a:solidFill>
            <a:srgbClr val="18576C"/>
          </a:solidFill>
          <a:ln w="12700">
            <a:solidFill>
              <a:srgbClr val="18576C"/>
            </a:solidFill>
            <a:prstDash val="solid"/>
          </a:ln>
        </p:spPr>
      </p:sp>
      <p:pic>
        <p:nvPicPr>
          <p:cNvPr id="3" name="!!blk_00" descr="img2/tiles/tile_r01_c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493008"/>
            <a:ext cx="384048" cy="384048"/>
          </a:xfrm>
          <a:prstGeom prst="rect">
            <a:avLst/>
          </a:prstGeom>
        </p:spPr>
      </p:pic>
      <p:pic>
        <p:nvPicPr>
          <p:cNvPr id="4" name="!!blk_01" descr="img2/tiles/tile_r01_c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4261104"/>
            <a:ext cx="384048" cy="384048"/>
          </a:xfrm>
          <a:prstGeom prst="rect">
            <a:avLst/>
          </a:prstGeom>
        </p:spPr>
      </p:pic>
      <p:pic>
        <p:nvPicPr>
          <p:cNvPr id="5" name="!!blk_02" descr="img2/tiles/tile_r03_c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1572768"/>
            <a:ext cx="384048" cy="384048"/>
          </a:xfrm>
          <a:prstGeom prst="rect">
            <a:avLst/>
          </a:prstGeom>
        </p:spPr>
      </p:pic>
      <p:pic>
        <p:nvPicPr>
          <p:cNvPr id="6" name="!!blk_03" descr="img2/tiles/tile_r03_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029200"/>
            <a:ext cx="384048" cy="384048"/>
          </a:xfrm>
          <a:prstGeom prst="rect">
            <a:avLst/>
          </a:prstGeom>
        </p:spPr>
      </p:pic>
      <p:pic>
        <p:nvPicPr>
          <p:cNvPr id="7" name="!!blk_04" descr="img2/tiles/tile_r04_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3108960"/>
            <a:ext cx="384048" cy="384048"/>
          </a:xfrm>
          <a:prstGeom prst="rect">
            <a:avLst/>
          </a:prstGeom>
        </p:spPr>
      </p:pic>
      <p:pic>
        <p:nvPicPr>
          <p:cNvPr id="8" name="!!blk_05" descr="img2/tiles/tile_r04_c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832" y="3877056"/>
            <a:ext cx="384048" cy="384048"/>
          </a:xfrm>
          <a:prstGeom prst="rect">
            <a:avLst/>
          </a:prstGeom>
        </p:spPr>
      </p:pic>
      <p:pic>
        <p:nvPicPr>
          <p:cNvPr id="9" name="!!blk_06" descr="img2/tiles/tile_r04_c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1572768"/>
            <a:ext cx="384048" cy="384048"/>
          </a:xfrm>
          <a:prstGeom prst="rect">
            <a:avLst/>
          </a:prstGeom>
        </p:spPr>
      </p:pic>
      <p:pic>
        <p:nvPicPr>
          <p:cNvPr id="10" name="!!blk_07" descr="img2/tiles/tile_r04_c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1956816"/>
            <a:ext cx="384048" cy="384048"/>
          </a:xfrm>
          <a:prstGeom prst="rect">
            <a:avLst/>
          </a:prstGeom>
        </p:spPr>
      </p:pic>
      <p:pic>
        <p:nvPicPr>
          <p:cNvPr id="11" name="!!blk_08" descr="img2/tiles/tile_r05_c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0688" y="3108960"/>
            <a:ext cx="384048" cy="384048"/>
          </a:xfrm>
          <a:prstGeom prst="rect">
            <a:avLst/>
          </a:prstGeom>
        </p:spPr>
      </p:pic>
      <p:pic>
        <p:nvPicPr>
          <p:cNvPr id="12" name="!!blk_09" descr="img2/tiles/tile_r05_c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736" y="3493008"/>
            <a:ext cx="384048" cy="384048"/>
          </a:xfrm>
          <a:prstGeom prst="rect">
            <a:avLst/>
          </a:prstGeom>
        </p:spPr>
      </p:pic>
      <p:pic>
        <p:nvPicPr>
          <p:cNvPr id="13" name="!!blk_10" descr="img2/tiles/tile_r05_c0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9024" y="1956816"/>
            <a:ext cx="384048" cy="384048"/>
          </a:xfrm>
          <a:prstGeom prst="rect">
            <a:avLst/>
          </a:prstGeom>
        </p:spPr>
      </p:pic>
      <p:pic>
        <p:nvPicPr>
          <p:cNvPr id="14" name="!!blk_11" descr="img2/tiles/tile_r05_c0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6880" y="4645152"/>
            <a:ext cx="384048" cy="384048"/>
          </a:xfrm>
          <a:prstGeom prst="rect">
            <a:avLst/>
          </a:prstGeom>
        </p:spPr>
      </p:pic>
      <p:pic>
        <p:nvPicPr>
          <p:cNvPr id="15" name="!!blk_12" descr="img2/tiles/tile_r05_c0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42832" y="1956816"/>
            <a:ext cx="384048" cy="384048"/>
          </a:xfrm>
          <a:prstGeom prst="rect">
            <a:avLst/>
          </a:prstGeom>
        </p:spPr>
      </p:pic>
      <p:pic>
        <p:nvPicPr>
          <p:cNvPr id="16" name="!!blk_13" descr="img2/tiles/tile_r06_c0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4736" y="5413248"/>
            <a:ext cx="384048" cy="384048"/>
          </a:xfrm>
          <a:prstGeom prst="rect">
            <a:avLst/>
          </a:prstGeom>
        </p:spPr>
      </p:pic>
      <p:pic>
        <p:nvPicPr>
          <p:cNvPr id="17" name="!!blk_14" descr="img2/tiles/tile_r06_c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6880" y="1956816"/>
            <a:ext cx="384048" cy="384048"/>
          </a:xfrm>
          <a:prstGeom prst="rect">
            <a:avLst/>
          </a:prstGeom>
        </p:spPr>
      </p:pic>
      <p:pic>
        <p:nvPicPr>
          <p:cNvPr id="18" name="!!blk_15" descr="img2/tiles/tile_r06_c0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31168" y="4261104"/>
            <a:ext cx="384048" cy="384048"/>
          </a:xfrm>
          <a:prstGeom prst="rect">
            <a:avLst/>
          </a:prstGeom>
        </p:spPr>
      </p:pic>
      <p:pic>
        <p:nvPicPr>
          <p:cNvPr id="19" name="!!blk_16" descr="img2/tiles/tile_r06_c0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42832" y="5413248"/>
            <a:ext cx="384048" cy="384048"/>
          </a:xfrm>
          <a:prstGeom prst="rect">
            <a:avLst/>
          </a:prstGeom>
        </p:spPr>
      </p:pic>
      <p:pic>
        <p:nvPicPr>
          <p:cNvPr id="20" name="!!blk_17" descr="img2/tiles/tile_r06_c0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26880" y="3108960"/>
            <a:ext cx="384048" cy="384048"/>
          </a:xfrm>
          <a:prstGeom prst="rect">
            <a:avLst/>
          </a:prstGeom>
        </p:spPr>
      </p:pic>
      <p:pic>
        <p:nvPicPr>
          <p:cNvPr id="21" name="!!blk_18" descr="img2/tiles/tile_r06_c1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0928" y="4261104"/>
            <a:ext cx="384048" cy="384048"/>
          </a:xfrm>
          <a:prstGeom prst="rect">
            <a:avLst/>
          </a:prstGeom>
        </p:spPr>
      </p:pic>
      <p:pic>
        <p:nvPicPr>
          <p:cNvPr id="22" name="!!blk_19" descr="img2/tiles/tile_r07_c0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63072" y="5029200"/>
            <a:ext cx="384048" cy="384048"/>
          </a:xfrm>
          <a:prstGeom prst="rect">
            <a:avLst/>
          </a:prstGeom>
        </p:spPr>
      </p:pic>
      <p:pic>
        <p:nvPicPr>
          <p:cNvPr id="23" name="!!blk_20" descr="img2/tiles/tile_r07_c0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90688" y="4261104"/>
            <a:ext cx="384048" cy="384048"/>
          </a:xfrm>
          <a:prstGeom prst="rect">
            <a:avLst/>
          </a:prstGeom>
        </p:spPr>
      </p:pic>
      <p:pic>
        <p:nvPicPr>
          <p:cNvPr id="24" name="!!blk_21" descr="img2/tiles/tile_r07_c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47120" y="3877056"/>
            <a:ext cx="384048" cy="384048"/>
          </a:xfrm>
          <a:prstGeom prst="rect">
            <a:avLst/>
          </a:prstGeom>
        </p:spPr>
      </p:pic>
      <p:pic>
        <p:nvPicPr>
          <p:cNvPr id="25" name="!!blk_22" descr="img2/tiles/tile_r07_c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79024" y="2724912"/>
            <a:ext cx="384048" cy="384048"/>
          </a:xfrm>
          <a:prstGeom prst="rect">
            <a:avLst/>
          </a:prstGeom>
        </p:spPr>
      </p:pic>
      <p:pic>
        <p:nvPicPr>
          <p:cNvPr id="26" name="!!blk_23" descr="img2/tiles/tile_r07_c0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631168" y="1188720"/>
            <a:ext cx="384048" cy="384048"/>
          </a:xfrm>
          <a:prstGeom prst="rect">
            <a:avLst/>
          </a:prstGeom>
        </p:spPr>
      </p:pic>
      <p:pic>
        <p:nvPicPr>
          <p:cNvPr id="27" name="!!blk_24" descr="img2/tiles/tile_r08_c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58784" y="1188720"/>
            <a:ext cx="384048" cy="384048"/>
          </a:xfrm>
          <a:prstGeom prst="rect">
            <a:avLst/>
          </a:prstGeom>
        </p:spPr>
      </p:pic>
      <p:pic>
        <p:nvPicPr>
          <p:cNvPr id="28" name="!!blk_25" descr="img2/tiles/tile_r08_c0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79024" y="2340864"/>
            <a:ext cx="384048" cy="384048"/>
          </a:xfrm>
          <a:prstGeom prst="rect">
            <a:avLst/>
          </a:prstGeom>
        </p:spPr>
      </p:pic>
      <p:pic>
        <p:nvPicPr>
          <p:cNvPr id="29" name="!!blk_26" descr="img2/tiles/tile_r08_c0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74736" y="2724912"/>
            <a:ext cx="384048" cy="384048"/>
          </a:xfrm>
          <a:prstGeom prst="rect">
            <a:avLst/>
          </a:prstGeom>
        </p:spPr>
      </p:pic>
      <p:pic>
        <p:nvPicPr>
          <p:cNvPr id="30" name="!!blk_27" descr="img2/tiles/tile_r08_c05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58784" y="1572768"/>
            <a:ext cx="384048" cy="384048"/>
          </a:xfrm>
          <a:prstGeom prst="rect">
            <a:avLst/>
          </a:prstGeom>
        </p:spPr>
      </p:pic>
      <p:pic>
        <p:nvPicPr>
          <p:cNvPr id="31" name="!!blk_28" descr="img2/tiles/tile_r08_c06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79024" y="3108960"/>
            <a:ext cx="384048" cy="384048"/>
          </a:xfrm>
          <a:prstGeom prst="rect">
            <a:avLst/>
          </a:prstGeom>
        </p:spPr>
      </p:pic>
      <p:pic>
        <p:nvPicPr>
          <p:cNvPr id="32" name="!!blk_29" descr="img2/tiles/tile_r08_c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74736" y="1188720"/>
            <a:ext cx="384048" cy="384048"/>
          </a:xfrm>
          <a:prstGeom prst="rect">
            <a:avLst/>
          </a:prstGeom>
        </p:spPr>
      </p:pic>
      <p:pic>
        <p:nvPicPr>
          <p:cNvPr id="33" name="!!blk_30" descr="img2/tiles/tile_r08_c0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94976" y="5413248"/>
            <a:ext cx="384048" cy="384048"/>
          </a:xfrm>
          <a:prstGeom prst="rect">
            <a:avLst/>
          </a:prstGeom>
        </p:spPr>
      </p:pic>
      <p:pic>
        <p:nvPicPr>
          <p:cNvPr id="34" name="!!blk_31" descr="img2/tiles/tile_r08_c0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94976" y="2340864"/>
            <a:ext cx="384048" cy="384048"/>
          </a:xfrm>
          <a:prstGeom prst="rect">
            <a:avLst/>
          </a:prstGeom>
        </p:spPr>
      </p:pic>
      <p:pic>
        <p:nvPicPr>
          <p:cNvPr id="35" name="!!blk_32" descr="img2/tiles/tile_r09_c00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63072" y="2340864"/>
            <a:ext cx="384048" cy="384048"/>
          </a:xfrm>
          <a:prstGeom prst="rect">
            <a:avLst/>
          </a:prstGeom>
        </p:spPr>
      </p:pic>
      <p:pic>
        <p:nvPicPr>
          <p:cNvPr id="36" name="!!blk_33" descr="img2/tiles/tile_r09_c0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094976" y="1188720"/>
            <a:ext cx="384048" cy="384048"/>
          </a:xfrm>
          <a:prstGeom prst="rect">
            <a:avLst/>
          </a:prstGeom>
        </p:spPr>
      </p:pic>
      <p:pic>
        <p:nvPicPr>
          <p:cNvPr id="37" name="!!blk_34" descr="img2/tiles/tile_r09_c04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58784" y="2724912"/>
            <a:ext cx="384048" cy="384048"/>
          </a:xfrm>
          <a:prstGeom prst="rect">
            <a:avLst/>
          </a:prstGeom>
        </p:spPr>
      </p:pic>
      <p:pic>
        <p:nvPicPr>
          <p:cNvPr id="38" name="!!blk_35" descr="img2/tiles/tile_r09_c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90688" y="3877056"/>
            <a:ext cx="384048" cy="384048"/>
          </a:xfrm>
          <a:prstGeom prst="rect">
            <a:avLst/>
          </a:prstGeom>
        </p:spPr>
      </p:pic>
      <p:pic>
        <p:nvPicPr>
          <p:cNvPr id="39" name="!!blk_36" descr="img2/tiles/tile_r09_c0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06640" y="4645152"/>
            <a:ext cx="384048" cy="384048"/>
          </a:xfrm>
          <a:prstGeom prst="rect">
            <a:avLst/>
          </a:prstGeom>
        </p:spPr>
      </p:pic>
      <p:pic>
        <p:nvPicPr>
          <p:cNvPr id="40" name="!!blk_37" descr="img2/tiles/tile_r10_c0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247120" y="3493008"/>
            <a:ext cx="384048" cy="384048"/>
          </a:xfrm>
          <a:prstGeom prst="rect">
            <a:avLst/>
          </a:prstGeom>
        </p:spPr>
      </p:pic>
      <p:pic>
        <p:nvPicPr>
          <p:cNvPr id="41" name="!!blk_38" descr="img2/tiles/tile_r10_c06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74736" y="5029200"/>
            <a:ext cx="384048" cy="384048"/>
          </a:xfrm>
          <a:prstGeom prst="rect">
            <a:avLst/>
          </a:prstGeom>
        </p:spPr>
      </p:pic>
      <p:sp>
        <p:nvSpPr>
          <p:cNvPr id="42" name="sec_num"/>
          <p:cNvSpPr txBox="1"/>
          <p:nvPr/>
        </p:nvSpPr>
        <p:spPr>
          <a:xfrm>
            <a:off x="457200" y="17373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80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pt-BR" sz="8000" dirty="0"/>
          </a:p>
        </p:txBody>
      </p:sp>
      <p:sp>
        <p:nvSpPr>
          <p:cNvPr id="43" name="!!label"/>
          <p:cNvSpPr txBox="1"/>
          <p:nvPr/>
        </p:nvSpPr>
        <p:spPr>
          <a:xfrm>
            <a:off x="457200" y="3063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Seção</a:t>
            </a:r>
            <a:endParaRPr lang="pt-BR" sz="1400" dirty="0"/>
          </a:p>
        </p:txBody>
      </p:sp>
      <p:sp>
        <p:nvSpPr>
          <p:cNvPr id="44" name="!!title"/>
          <p:cNvSpPr txBox="1"/>
          <p:nvPr/>
        </p:nvSpPr>
        <p:spPr>
          <a:xfrm>
            <a:off x="457200" y="33832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Comece pela mensagem</a:t>
            </a:r>
            <a:endParaRPr lang="pt-BR" sz="3200" dirty="0"/>
          </a:p>
        </p:txBody>
      </p:sp>
      <p:sp>
        <p:nvSpPr>
          <p:cNvPr id="45" name="sec_desc"/>
          <p:cNvSpPr txBox="1"/>
          <p:nvPr/>
        </p:nvSpPr>
        <p:spPr>
          <a:xfrm>
            <a:off x="457200" y="4297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Antes de abrir o PowerPoint: o que o público precisa lembrar quando sair da sala?</a:t>
            </a:r>
            <a:endParaRPr lang="pt-BR" sz="16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3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Comece pela mensagem</a:t>
            </a:r>
            <a:endParaRPr lang="pt-BR" sz="1300" dirty="0"/>
          </a:p>
        </p:txBody>
      </p:sp>
      <p:sp>
        <p:nvSpPr>
          <p:cNvPr id="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UMA APRESENTAÇÃO, UMA IDEIA</a:t>
            </a:r>
            <a:endParaRPr lang="pt-BR" sz="2500" dirty="0"/>
          </a:p>
        </p:txBody>
      </p:sp>
      <p:sp>
        <p:nvSpPr>
          <p:cNvPr id="4" name="s4_tag"/>
          <p:cNvSpPr txBox="1"/>
          <p:nvPr/>
        </p:nvSpPr>
        <p:spPr>
          <a:xfrm>
            <a:off x="411480" y="1417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800" i="1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 ideia ao slide — nunca o contrário.</a:t>
            </a:r>
            <a:endParaRPr lang="pt-BR" sz="1800" dirty="0"/>
          </a:p>
        </p:txBody>
      </p:sp>
      <p:sp>
        <p:nvSpPr>
          <p:cNvPr id="5" name="s4_body"/>
          <p:cNvSpPr txBox="1"/>
          <p:nvPr/>
        </p:nvSpPr>
        <p:spPr>
          <a:xfrm>
            <a:off x="411480" y="19202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Toda apresentação boa cabe em uma frase. Se você não consegue dizer o que o público deve </a:t>
            </a:r>
            <a:r>
              <a:rPr lang="pt-BR" sz="160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lembrar, decidir ou fazer</a:t>
            </a: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ao final, o problema não está nos slides — está na mensagem. Defina isso primeiro; cada slide existe apenas para sustentá-la.</a:t>
            </a:r>
            <a:endParaRPr lang="pt-BR" sz="1600" dirty="0"/>
          </a:p>
        </p:txBody>
      </p:sp>
      <p:sp>
        <p:nvSpPr>
          <p:cNvPr id="6" name="s4_list"/>
          <p:cNvSpPr txBox="1"/>
          <p:nvPr/>
        </p:nvSpPr>
        <p:spPr>
          <a:xfrm>
            <a:off x="411480" y="406908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60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Público:</a:t>
            </a: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quem decide, o que já sabe e o que precisa ouvir;</a:t>
            </a:r>
            <a:endParaRPr lang="pt-BR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60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Objetivo:</a:t>
            </a: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informar, alinhar ou pedir uma decisão?</a:t>
            </a:r>
            <a:endParaRPr lang="pt-BR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60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Mensagem:</a:t>
            </a: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a frase que fica depois que a reunião acaba.</a:t>
            </a:r>
            <a:endParaRPr lang="pt-BR" sz="1600" dirty="0"/>
          </a:p>
        </p:txBody>
      </p:sp>
      <p:pic>
        <p:nvPicPr>
          <p:cNvPr id="7" name="s4_img" descr="img2/bubbles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371600"/>
            <a:ext cx="5257800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4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5_img" descr="img2/smoke_ble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6181344"/>
          </a:xfrm>
          <a:prstGeom prst="rect">
            <a:avLst/>
          </a:prstGeom>
        </p:spPr>
      </p:pic>
      <p:sp>
        <p:nvSpPr>
          <p:cNvPr id="3" name="!!label"/>
          <p:cNvSpPr txBox="1"/>
          <p:nvPr/>
        </p:nvSpPr>
        <p:spPr>
          <a:xfrm>
            <a:off x="5029200" y="2926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Comece pela mensagem</a:t>
            </a:r>
            <a:endParaRPr lang="pt-BR" sz="1300" dirty="0"/>
          </a:p>
        </p:txBody>
      </p:sp>
      <p:sp>
        <p:nvSpPr>
          <p:cNvPr id="4" name="!!title"/>
          <p:cNvSpPr txBox="1"/>
          <p:nvPr/>
        </p:nvSpPr>
        <p:spPr>
          <a:xfrm>
            <a:off x="5029200" y="53035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AFASTA O PÚBLICO</a:t>
            </a:r>
            <a:endParaRPr lang="pt-BR" sz="2500" dirty="0"/>
          </a:p>
        </p:txBody>
      </p:sp>
      <p:sp>
        <p:nvSpPr>
          <p:cNvPr id="5" name="s5_intro"/>
          <p:cNvSpPr txBox="1"/>
          <p:nvPr/>
        </p:nvSpPr>
        <p:spPr>
          <a:xfrm>
            <a:off x="5029200" y="1371600"/>
            <a:ext cx="6720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maioria das apresentações ruins não falha por falta de conteúdo — falha por excesso. O público tenta ler e ouvir ao mesmo tempo e não consegue fazer nenhum dos dois.</a:t>
            </a:r>
            <a:endParaRPr lang="pt-BR" sz="1600" dirty="0"/>
          </a:p>
        </p:txBody>
      </p:sp>
      <p:sp>
        <p:nvSpPr>
          <p:cNvPr id="6" name="s5_list"/>
          <p:cNvSpPr txBox="1"/>
          <p:nvPr/>
        </p:nvSpPr>
        <p:spPr>
          <a:xfrm>
            <a:off x="5029200" y="2743200"/>
            <a:ext cx="6720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Slide usado como documento: parágrafos inteiros na tela;</a:t>
            </a:r>
            <a:endParaRPr lang="pt-BR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Sem fio condutor: tópicos soltos, sem ordem lógica;</a:t>
            </a:r>
            <a:endParaRPr lang="pt-BR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Tudo com o mesmo peso: nenhuma hierarquia visual;</a:t>
            </a:r>
            <a:endParaRPr lang="pt-BR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Gráfico ilegível: dez séries, oito cores, fonte 9;</a:t>
            </a:r>
            <a:endParaRPr lang="pt-BR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Fechamento fraco: "é isso, alguma dúvida?".</a:t>
            </a:r>
            <a:endParaRPr lang="pt-BR" sz="1600" dirty="0"/>
          </a:p>
        </p:txBody>
      </p:sp>
      <p:sp>
        <p:nvSpPr>
          <p:cNvPr id="7" name="s5_t1"/>
          <p:cNvSpPr txBox="1"/>
          <p:nvPr/>
        </p:nvSpPr>
        <p:spPr>
          <a:xfrm>
            <a:off x="5029200" y="502920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regra que resolve quase tudo:</a:t>
            </a:r>
            <a:endParaRPr lang="pt-BR" sz="1600" dirty="0"/>
          </a:p>
        </p:txBody>
      </p:sp>
      <p:sp>
        <p:nvSpPr>
          <p:cNvPr id="8" name="s5_t2"/>
          <p:cNvSpPr txBox="1"/>
          <p:nvPr/>
        </p:nvSpPr>
        <p:spPr>
          <a:xfrm>
            <a:off x="5349240" y="53949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Um slide → uma ideia → um título-frase.</a:t>
            </a:r>
            <a:endParaRPr lang="pt-BR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5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17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34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5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68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5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 build="p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Estruture a narrativa</a:t>
            </a:r>
            <a:endParaRPr lang="pt-BR" sz="1300" dirty="0"/>
          </a:p>
        </p:txBody>
      </p:sp>
      <p:sp>
        <p:nvSpPr>
          <p:cNvPr id="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ESTRUTURA EM QUATRO ATOS</a:t>
            </a:r>
            <a:endParaRPr lang="pt-BR" sz="2500" dirty="0"/>
          </a:p>
        </p:txBody>
      </p:sp>
      <p:sp>
        <p:nvSpPr>
          <p:cNvPr id="4" name="s7_ln0"/>
          <p:cNvSpPr/>
          <p:nvPr/>
        </p:nvSpPr>
        <p:spPr>
          <a:xfrm>
            <a:off x="2354580" y="2514600"/>
            <a:ext cx="1737360" cy="0"/>
          </a:xfrm>
          <a:prstGeom prst="line">
            <a:avLst/>
          </a:prstGeom>
          <a:noFill/>
          <a:ln w="19050">
            <a:solidFill>
              <a:srgbClr val="F2F0EB">
                <a:alpha val="55000"/>
              </a:srgbClr>
            </a:solidFill>
            <a:prstDash val="solid"/>
          </a:ln>
        </p:spPr>
      </p:sp>
      <p:sp>
        <p:nvSpPr>
          <p:cNvPr id="5" name="s7_c0"/>
          <p:cNvSpPr/>
          <p:nvPr/>
        </p:nvSpPr>
        <p:spPr>
          <a:xfrm>
            <a:off x="1303020" y="2034540"/>
            <a:ext cx="960120" cy="960120"/>
          </a:xfrm>
          <a:prstGeom prst="ellipse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6" name="s7_n0"/>
          <p:cNvSpPr txBox="1"/>
          <p:nvPr/>
        </p:nvSpPr>
        <p:spPr>
          <a:xfrm>
            <a:off x="1303020" y="20345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6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pt-BR" sz="2600" dirty="0"/>
          </a:p>
        </p:txBody>
      </p:sp>
      <p:sp>
        <p:nvSpPr>
          <p:cNvPr id="7" name="s7_t0"/>
          <p:cNvSpPr txBox="1"/>
          <p:nvPr/>
        </p:nvSpPr>
        <p:spPr>
          <a:xfrm>
            <a:off x="45720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9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Contexto</a:t>
            </a:r>
            <a:endParaRPr lang="pt-BR" sz="1900" dirty="0"/>
          </a:p>
        </p:txBody>
      </p:sp>
      <p:sp>
        <p:nvSpPr>
          <p:cNvPr id="8" name="s7_d0"/>
          <p:cNvSpPr txBox="1"/>
          <p:nvPr/>
        </p:nvSpPr>
        <p:spPr>
          <a:xfrm>
            <a:off x="457200" y="370332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pt-BR" sz="1350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Situe o público: onde estamos e por que este assunto importa agora.</a:t>
            </a:r>
            <a:endParaRPr lang="pt-BR" sz="1350" dirty="0"/>
          </a:p>
        </p:txBody>
      </p:sp>
      <p:sp>
        <p:nvSpPr>
          <p:cNvPr id="9" name="s7_ln1"/>
          <p:cNvSpPr/>
          <p:nvPr/>
        </p:nvSpPr>
        <p:spPr>
          <a:xfrm>
            <a:off x="5234940" y="2514600"/>
            <a:ext cx="1737360" cy="0"/>
          </a:xfrm>
          <a:prstGeom prst="line">
            <a:avLst/>
          </a:prstGeom>
          <a:noFill/>
          <a:ln w="19050">
            <a:solidFill>
              <a:srgbClr val="F2F0EB">
                <a:alpha val="55000"/>
              </a:srgbClr>
            </a:solidFill>
            <a:prstDash val="solid"/>
          </a:ln>
        </p:spPr>
      </p:sp>
      <p:sp>
        <p:nvSpPr>
          <p:cNvPr id="10" name="s7_c1"/>
          <p:cNvSpPr/>
          <p:nvPr/>
        </p:nvSpPr>
        <p:spPr>
          <a:xfrm>
            <a:off x="4183380" y="2034540"/>
            <a:ext cx="960120" cy="960120"/>
          </a:xfrm>
          <a:prstGeom prst="ellipse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1" name="s7_n1"/>
          <p:cNvSpPr txBox="1"/>
          <p:nvPr/>
        </p:nvSpPr>
        <p:spPr>
          <a:xfrm>
            <a:off x="4183380" y="20345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6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pt-BR" sz="2600" dirty="0"/>
          </a:p>
        </p:txBody>
      </p:sp>
      <p:sp>
        <p:nvSpPr>
          <p:cNvPr id="12" name="s7_t1"/>
          <p:cNvSpPr txBox="1"/>
          <p:nvPr/>
        </p:nvSpPr>
        <p:spPr>
          <a:xfrm>
            <a:off x="333756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9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Problema</a:t>
            </a:r>
            <a:endParaRPr lang="pt-BR" sz="1900" dirty="0"/>
          </a:p>
        </p:txBody>
      </p:sp>
      <p:sp>
        <p:nvSpPr>
          <p:cNvPr id="13" name="s7_d1"/>
          <p:cNvSpPr txBox="1"/>
          <p:nvPr/>
        </p:nvSpPr>
        <p:spPr>
          <a:xfrm>
            <a:off x="3337560" y="370332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pt-BR" sz="1350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Crie a tensão: o que está errado, quanto custa e o que está em risco.</a:t>
            </a:r>
            <a:endParaRPr lang="pt-BR" sz="1350" dirty="0"/>
          </a:p>
        </p:txBody>
      </p:sp>
      <p:sp>
        <p:nvSpPr>
          <p:cNvPr id="14" name="s7_ln2"/>
          <p:cNvSpPr/>
          <p:nvPr/>
        </p:nvSpPr>
        <p:spPr>
          <a:xfrm>
            <a:off x="8115300" y="2514600"/>
            <a:ext cx="1737360" cy="0"/>
          </a:xfrm>
          <a:prstGeom prst="line">
            <a:avLst/>
          </a:prstGeom>
          <a:noFill/>
          <a:ln w="19050">
            <a:solidFill>
              <a:srgbClr val="F2F0EB">
                <a:alpha val="55000"/>
              </a:srgbClr>
            </a:solidFill>
            <a:prstDash val="solid"/>
          </a:ln>
        </p:spPr>
      </p:sp>
      <p:sp>
        <p:nvSpPr>
          <p:cNvPr id="15" name="s7_c2"/>
          <p:cNvSpPr/>
          <p:nvPr/>
        </p:nvSpPr>
        <p:spPr>
          <a:xfrm>
            <a:off x="7063740" y="2034540"/>
            <a:ext cx="960120" cy="960120"/>
          </a:xfrm>
          <a:prstGeom prst="ellipse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6" name="s7_n2"/>
          <p:cNvSpPr txBox="1"/>
          <p:nvPr/>
        </p:nvSpPr>
        <p:spPr>
          <a:xfrm>
            <a:off x="7063740" y="20345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6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pt-BR" sz="2600" dirty="0"/>
          </a:p>
        </p:txBody>
      </p:sp>
      <p:sp>
        <p:nvSpPr>
          <p:cNvPr id="17" name="s7_t2"/>
          <p:cNvSpPr txBox="1"/>
          <p:nvPr/>
        </p:nvSpPr>
        <p:spPr>
          <a:xfrm>
            <a:off x="621792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9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Solução</a:t>
            </a:r>
            <a:endParaRPr lang="pt-BR" sz="1900" dirty="0"/>
          </a:p>
        </p:txBody>
      </p:sp>
      <p:sp>
        <p:nvSpPr>
          <p:cNvPr id="18" name="s7_d2"/>
          <p:cNvSpPr txBox="1"/>
          <p:nvPr/>
        </p:nvSpPr>
        <p:spPr>
          <a:xfrm>
            <a:off x="6217920" y="370332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pt-BR" sz="1350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Apresente a proposta e as evidências que a sustentam — sem rodeios.</a:t>
            </a:r>
            <a:endParaRPr lang="pt-BR" sz="1350" dirty="0"/>
          </a:p>
        </p:txBody>
      </p:sp>
      <p:sp>
        <p:nvSpPr>
          <p:cNvPr id="19" name="s7_c3"/>
          <p:cNvSpPr/>
          <p:nvPr/>
        </p:nvSpPr>
        <p:spPr>
          <a:xfrm>
            <a:off x="9944100" y="2034540"/>
            <a:ext cx="960120" cy="960120"/>
          </a:xfrm>
          <a:prstGeom prst="ellipse">
            <a:avLst/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20" name="s7_n3"/>
          <p:cNvSpPr txBox="1"/>
          <p:nvPr/>
        </p:nvSpPr>
        <p:spPr>
          <a:xfrm>
            <a:off x="9944100" y="20345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26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pt-BR" sz="2600" dirty="0"/>
          </a:p>
        </p:txBody>
      </p:sp>
      <p:sp>
        <p:nvSpPr>
          <p:cNvPr id="21" name="s7_t3"/>
          <p:cNvSpPr txBox="1"/>
          <p:nvPr/>
        </p:nvSpPr>
        <p:spPr>
          <a:xfrm>
            <a:off x="909828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9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Ação</a:t>
            </a:r>
            <a:endParaRPr lang="pt-BR" sz="1900" dirty="0"/>
          </a:p>
        </p:txBody>
      </p:sp>
      <p:sp>
        <p:nvSpPr>
          <p:cNvPr id="22" name="s7_d3"/>
          <p:cNvSpPr txBox="1"/>
          <p:nvPr/>
        </p:nvSpPr>
        <p:spPr>
          <a:xfrm>
            <a:off x="9098280" y="3703320"/>
            <a:ext cx="2651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pt-BR" sz="1350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Diga o que espera do público: uma decisão, um apoio, um próximo passo.</a:t>
            </a:r>
            <a:endParaRPr lang="pt-BR" sz="1350" dirty="0"/>
          </a:p>
        </p:txBody>
      </p:sp>
      <p:sp>
        <p:nvSpPr>
          <p:cNvPr id="23" name="s7_pill"/>
          <p:cNvSpPr/>
          <p:nvPr/>
        </p:nvSpPr>
        <p:spPr>
          <a:xfrm>
            <a:off x="2651760" y="5349240"/>
            <a:ext cx="6903720" cy="502920"/>
          </a:xfrm>
          <a:prstGeom prst="roundRect">
            <a:avLst>
              <a:gd name="adj" fmla="val 49091"/>
            </a:avLst>
          </a:prstGeom>
          <a:solidFill>
            <a:srgbClr val="0B2336">
              <a:alpha val="65000"/>
            </a:srgbClr>
          </a:solidFill>
          <a:ln w="9525">
            <a:solidFill>
              <a:srgbClr val="F2F0EB">
                <a:alpha val="60000"/>
              </a:srgbClr>
            </a:solidFill>
            <a:prstDash val="solid"/>
          </a:ln>
        </p:spPr>
      </p:sp>
      <p:sp>
        <p:nvSpPr>
          <p:cNvPr id="24" name="s7_msg"/>
          <p:cNvSpPr txBox="1"/>
          <p:nvPr/>
        </p:nvSpPr>
        <p:spPr>
          <a:xfrm>
            <a:off x="2651760" y="5349240"/>
            <a:ext cx="6903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500" i="1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Cada ato responde à pergunta que o público faria em seguida.</a:t>
            </a:r>
            <a:endParaRPr lang="pt-BR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7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7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11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59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169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17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Menos é mais</a:t>
            </a:r>
            <a:endParaRPr lang="pt-BR" sz="1300" dirty="0"/>
          </a:p>
        </p:txBody>
      </p:sp>
      <p:sp>
        <p:nvSpPr>
          <p:cNvPr id="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NÚMEROS PARA GUIAR O CORTE</a:t>
            </a:r>
            <a:endParaRPr lang="pt-BR" sz="2500" dirty="0"/>
          </a:p>
        </p:txBody>
      </p:sp>
      <p:sp>
        <p:nvSpPr>
          <p:cNvPr id="4" name="s8_sub"/>
          <p:cNvSpPr txBox="1"/>
          <p:nvPr/>
        </p:nvSpPr>
        <p:spPr>
          <a:xfrm>
            <a:off x="411480" y="1298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9FB9C8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Referências práticas, não regras absolutas — adapte ao público e ao tempo disponível.</a:t>
            </a:r>
            <a:endParaRPr lang="pt-BR" sz="1300" dirty="0"/>
          </a:p>
        </p:txBody>
      </p:sp>
      <p:sp>
        <p:nvSpPr>
          <p:cNvPr id="5" name="s8_n0"/>
          <p:cNvSpPr txBox="1"/>
          <p:nvPr/>
        </p:nvSpPr>
        <p:spPr>
          <a:xfrm>
            <a:off x="411480" y="18745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pt-BR" sz="4200" dirty="0"/>
          </a:p>
        </p:txBody>
      </p:sp>
      <p:sp>
        <p:nvSpPr>
          <p:cNvPr id="6" name="s8_l0"/>
          <p:cNvSpPr txBox="1"/>
          <p:nvPr/>
        </p:nvSpPr>
        <p:spPr>
          <a:xfrm>
            <a:off x="411480" y="2926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pt-BR" sz="14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ideia por slide</a:t>
            </a:r>
            <a:endParaRPr lang="pt-BR" sz="1400" dirty="0"/>
          </a:p>
        </p:txBody>
      </p:sp>
      <p:sp>
        <p:nvSpPr>
          <p:cNvPr id="7" name="s8_n1"/>
          <p:cNvSpPr txBox="1"/>
          <p:nvPr/>
        </p:nvSpPr>
        <p:spPr>
          <a:xfrm>
            <a:off x="3291840" y="18745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≤ 40</a:t>
            </a:r>
            <a:endParaRPr lang="pt-BR" sz="4200" dirty="0"/>
          </a:p>
        </p:txBody>
      </p:sp>
      <p:sp>
        <p:nvSpPr>
          <p:cNvPr id="8" name="s8_l1"/>
          <p:cNvSpPr txBox="1"/>
          <p:nvPr/>
        </p:nvSpPr>
        <p:spPr>
          <a:xfrm>
            <a:off x="3291840" y="2926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pt-BR" sz="14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palavras em um slide de conteúdo</a:t>
            </a:r>
            <a:endParaRPr lang="pt-BR" sz="1400" dirty="0"/>
          </a:p>
        </p:txBody>
      </p:sp>
      <p:sp>
        <p:nvSpPr>
          <p:cNvPr id="9" name="s8_n2"/>
          <p:cNvSpPr txBox="1"/>
          <p:nvPr/>
        </p:nvSpPr>
        <p:spPr>
          <a:xfrm>
            <a:off x="6172200" y="18745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pt</a:t>
            </a:r>
            <a:endParaRPr lang="pt-BR" sz="4200" dirty="0"/>
          </a:p>
        </p:txBody>
      </p:sp>
      <p:sp>
        <p:nvSpPr>
          <p:cNvPr id="10" name="s8_l2"/>
          <p:cNvSpPr txBox="1"/>
          <p:nvPr/>
        </p:nvSpPr>
        <p:spPr>
          <a:xfrm>
            <a:off x="6172200" y="2926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pt-BR" sz="14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mínimo para texto que precisa ser lido</a:t>
            </a:r>
            <a:endParaRPr lang="pt-BR" sz="1400" dirty="0"/>
          </a:p>
        </p:txBody>
      </p:sp>
      <p:sp>
        <p:nvSpPr>
          <p:cNvPr id="11" name="s8_n3"/>
          <p:cNvSpPr txBox="1"/>
          <p:nvPr/>
        </p:nvSpPr>
        <p:spPr>
          <a:xfrm>
            <a:off x="9052560" y="187452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s</a:t>
            </a:r>
            <a:endParaRPr lang="pt-BR" sz="4200" dirty="0"/>
          </a:p>
        </p:txBody>
      </p:sp>
      <p:sp>
        <p:nvSpPr>
          <p:cNvPr id="12" name="s8_l3"/>
          <p:cNvSpPr txBox="1"/>
          <p:nvPr/>
        </p:nvSpPr>
        <p:spPr>
          <a:xfrm>
            <a:off x="9052560" y="292608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pt-BR" sz="14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para o público entender o slide</a:t>
            </a:r>
            <a:endParaRPr lang="pt-BR" sz="1400" dirty="0"/>
          </a:p>
        </p:txBody>
      </p:sp>
      <p:sp>
        <p:nvSpPr>
          <p:cNvPr id="13" name="s8_card"/>
          <p:cNvSpPr/>
          <p:nvPr/>
        </p:nvSpPr>
        <p:spPr>
          <a:xfrm>
            <a:off x="411480" y="3977640"/>
            <a:ext cx="7360920" cy="1828800"/>
          </a:xfrm>
          <a:prstGeom prst="roundRect">
            <a:avLst>
              <a:gd name="adj" fmla="val 6000"/>
            </a:avLst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4" name="s8_ico"/>
          <p:cNvSpPr/>
          <p:nvPr/>
        </p:nvSpPr>
        <p:spPr>
          <a:xfrm>
            <a:off x="708660" y="4549140"/>
            <a:ext cx="685800" cy="685800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  <a:prstDash val="solid"/>
          </a:ln>
        </p:spPr>
      </p:sp>
      <p:pic>
        <p:nvPicPr>
          <p:cNvPr id="15" name="s8_ico_ic" descr="icons/Fi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4713732"/>
            <a:ext cx="356616" cy="356616"/>
          </a:xfrm>
          <a:prstGeom prst="rect">
            <a:avLst/>
          </a:prstGeom>
        </p:spPr>
      </p:pic>
      <p:sp>
        <p:nvSpPr>
          <p:cNvPr id="16" name="s8_txt"/>
          <p:cNvSpPr txBox="1"/>
          <p:nvPr/>
        </p:nvSpPr>
        <p:spPr>
          <a:xfrm>
            <a:off x="1691640" y="42062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Precisa de mais texto? Então o conteúdo pertence a um documento de apoio, não ao slide. Envie o material completo depois e deixe a tela para o que se lê em segundos.</a:t>
            </a:r>
            <a:endParaRPr lang="pt-BR" sz="1500" dirty="0"/>
          </a:p>
        </p:txBody>
      </p:sp>
      <p:pic>
        <p:nvPicPr>
          <p:cNvPr id="17" name="s8_img" descr="img2/mesh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3703320"/>
            <a:ext cx="3749040" cy="23774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10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5B6B7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Dados que convencem — exemplo de gráfico bem construído</a:t>
            </a:r>
            <a:endParaRPr lang="pt-BR" sz="1300" dirty="0"/>
          </a:p>
        </p:txBody>
      </p:sp>
      <p:sp>
        <p:nvSpPr>
          <p:cNvPr id="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2828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VAZAMENTOS LOCALIZADOS CRESCERAM TODO MÊS</a:t>
            </a:r>
            <a:endParaRPr lang="pt-BR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11480" y="1371600"/>
          <a:ext cx="722376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9_card"/>
          <p:cNvSpPr/>
          <p:nvPr/>
        </p:nvSpPr>
        <p:spPr>
          <a:xfrm>
            <a:off x="8046720" y="1371600"/>
            <a:ext cx="3730752" cy="461772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9_h"/>
          <p:cNvSpPr txBox="1"/>
          <p:nvPr/>
        </p:nvSpPr>
        <p:spPr>
          <a:xfrm>
            <a:off x="8366760" y="16459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 que funciona</a:t>
            </a:r>
            <a:endParaRPr lang="pt-BR" sz="1700" dirty="0"/>
          </a:p>
        </p:txBody>
      </p:sp>
      <p:sp>
        <p:nvSpPr>
          <p:cNvPr id="7" name="s9_list"/>
          <p:cNvSpPr txBox="1"/>
          <p:nvPr/>
        </p:nvSpPr>
        <p:spPr>
          <a:xfrm>
            <a:off x="8366760" y="2194560"/>
            <a:ext cx="3154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pt-BR" sz="14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 título afirma a conclusão — não o tema do gráfico;</a:t>
            </a:r>
            <a:endParaRPr lang="pt-BR" sz="1400" dirty="0"/>
          </a:p>
          <a:p>
            <a:pPr marL="203200" indent="-2032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pt-BR" sz="14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Só duas séries, em duas cores da marca que contrastam;</a:t>
            </a:r>
            <a:endParaRPr lang="pt-BR" sz="1400" dirty="0"/>
          </a:p>
          <a:p>
            <a:pPr marL="203200" indent="-2032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pt-BR" sz="14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Valores nos rótulos; eixo e grade discretos, quase invisíveis;</a:t>
            </a:r>
            <a:endParaRPr lang="pt-BR" sz="1400" dirty="0"/>
          </a:p>
          <a:p>
            <a:pPr marL="203200" indent="-2032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pt-BR" sz="14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 eixo começa em zero: nenhuma diferença é exagerada.</a:t>
            </a:r>
            <a:endParaRPr lang="pt-BR" sz="1400" dirty="0"/>
          </a:p>
        </p:txBody>
      </p:sp>
      <p:sp>
        <p:nvSpPr>
          <p:cNvPr id="8" name="s9_note"/>
          <p:cNvSpPr txBox="1"/>
          <p:nvPr/>
        </p:nvSpPr>
        <p:spPr>
          <a:xfrm>
            <a:off x="8366760" y="5349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i="1" dirty="0">
                <a:solidFill>
                  <a:srgbClr val="6B768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Dados ilustrativos do template.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16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4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4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/>
      <p:bldP spid="6" grpId="0"/>
      <p:bldP spid="8" grpId="0"/>
      <p:bldP spid="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Estruture a narrativa</a:t>
            </a:r>
            <a:endParaRPr lang="pt-BR" sz="1300" dirty="0"/>
          </a:p>
        </p:txBody>
      </p:sp>
      <p:sp>
        <p:nvSpPr>
          <p:cNvPr id="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TÍTULOS QUE CONTAM A HISTÓRIA</a:t>
            </a:r>
            <a:endParaRPr lang="pt-BR" sz="2500" dirty="0"/>
          </a:p>
        </p:txBody>
      </p:sp>
      <p:sp>
        <p:nvSpPr>
          <p:cNvPr id="4" name="s10_c0"/>
          <p:cNvSpPr/>
          <p:nvPr/>
        </p:nvSpPr>
        <p:spPr>
          <a:xfrm>
            <a:off x="411480" y="1371600"/>
            <a:ext cx="5513832" cy="4206240"/>
          </a:xfrm>
          <a:prstGeom prst="roundRect">
            <a:avLst>
              <a:gd name="adj" fmla="val 2609"/>
            </a:avLst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5" name="s10_i0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  <a:prstDash val="solid"/>
          </a:ln>
        </p:spPr>
      </p:sp>
      <p:pic>
        <p:nvPicPr>
          <p:cNvPr id="6" name="s10_i0_ic" descr="icons/FiBriefc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799539"/>
            <a:ext cx="332842" cy="332842"/>
          </a:xfrm>
          <a:prstGeom prst="rect">
            <a:avLst/>
          </a:prstGeom>
        </p:spPr>
      </p:pic>
      <p:sp>
        <p:nvSpPr>
          <p:cNvPr id="7" name="s10_t0"/>
          <p:cNvSpPr txBox="1"/>
          <p:nvPr/>
        </p:nvSpPr>
        <p:spPr>
          <a:xfrm>
            <a:off x="1508760" y="1691640"/>
            <a:ext cx="4142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 que descreve</a:t>
            </a:r>
            <a:endParaRPr lang="pt-BR" sz="2000" dirty="0"/>
          </a:p>
        </p:txBody>
      </p:sp>
      <p:sp>
        <p:nvSpPr>
          <p:cNvPr id="8" name="s10_l0"/>
          <p:cNvSpPr txBox="1"/>
          <p:nvPr/>
        </p:nvSpPr>
        <p:spPr>
          <a:xfrm>
            <a:off x="777240" y="2606040"/>
            <a:ext cx="47823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Resultados do trimestre;</a:t>
            </a:r>
            <a:endParaRPr lang="pt-BR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Gráfico de vazamentos por mês;</a:t>
            </a:r>
            <a:endParaRPr lang="pt-BR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Estrutura da equipe;</a:t>
            </a:r>
            <a:endParaRPr lang="pt-BR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Próximos passos.</a:t>
            </a:r>
            <a:endParaRPr lang="pt-BR" sz="1500" dirty="0"/>
          </a:p>
        </p:txBody>
      </p:sp>
      <p:sp>
        <p:nvSpPr>
          <p:cNvPr id="9" name="s10_c1"/>
          <p:cNvSpPr/>
          <p:nvPr/>
        </p:nvSpPr>
        <p:spPr>
          <a:xfrm>
            <a:off x="6263640" y="1371600"/>
            <a:ext cx="5513832" cy="4206240"/>
          </a:xfrm>
          <a:prstGeom prst="roundRect">
            <a:avLst>
              <a:gd name="adj" fmla="val 2609"/>
            </a:avLst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0" name="s10_i1"/>
          <p:cNvSpPr/>
          <p:nvPr/>
        </p:nvSpPr>
        <p:spPr>
          <a:xfrm>
            <a:off x="6537960" y="1645920"/>
            <a:ext cx="640080" cy="640080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  <a:prstDash val="solid"/>
          </a:ln>
        </p:spPr>
      </p:sp>
      <p:pic>
        <p:nvPicPr>
          <p:cNvPr id="11" name="s10_i1_ic" descr="icons/FiToo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579" y="1799539"/>
            <a:ext cx="332842" cy="332842"/>
          </a:xfrm>
          <a:prstGeom prst="rect">
            <a:avLst/>
          </a:prstGeom>
        </p:spPr>
      </p:pic>
      <p:sp>
        <p:nvSpPr>
          <p:cNvPr id="12" name="s10_t1"/>
          <p:cNvSpPr txBox="1"/>
          <p:nvPr/>
        </p:nvSpPr>
        <p:spPr>
          <a:xfrm>
            <a:off x="7360920" y="1691640"/>
            <a:ext cx="4142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 que afirma</a:t>
            </a:r>
            <a:endParaRPr lang="pt-BR" sz="2000" dirty="0"/>
          </a:p>
        </p:txBody>
      </p:sp>
      <p:sp>
        <p:nvSpPr>
          <p:cNvPr id="13" name="s10_l1"/>
          <p:cNvSpPr txBox="1"/>
          <p:nvPr/>
        </p:nvSpPr>
        <p:spPr>
          <a:xfrm>
            <a:off x="6629400" y="2606040"/>
            <a:ext cx="47823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Perdas caíram 32% no setor piloto;</a:t>
            </a:r>
            <a:endParaRPr lang="pt-BR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Vazamentos localizados cresceram todo mês;</a:t>
            </a:r>
            <a:endParaRPr lang="pt-BR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 equipe de campo valida um logger em 5 minutos;</a:t>
            </a:r>
            <a:endParaRPr lang="pt-BR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Precisamos aprovar a expansão até outubro.</a:t>
            </a:r>
            <a:endParaRPr lang="pt-BR" sz="1500" dirty="0"/>
          </a:p>
        </p:txBody>
      </p:sp>
      <p:sp>
        <p:nvSpPr>
          <p:cNvPr id="14" name="s10_msg"/>
          <p:cNvSpPr txBox="1"/>
          <p:nvPr/>
        </p:nvSpPr>
        <p:spPr>
          <a:xfrm>
            <a:off x="411480" y="56875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Teste: leia só os títulos, em sequência. Se a história fecha sem os slides, a estrutura está certa.</a:t>
            </a:r>
            <a:endParaRPr lang="pt-B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8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build="p"/>
      <p:bldP spid="9" grpId="0"/>
      <p:bldP spid="10" grpId="0"/>
      <p:bldP spid="11" grpId="0"/>
      <p:bldP spid="12" grpId="0"/>
      <p:bldP spid="13" grpId="0" build="p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Dados que convencem</a:t>
            </a:r>
            <a:endParaRPr lang="pt-BR" sz="1300" dirty="0"/>
          </a:p>
        </p:txBody>
      </p:sp>
      <p:sp>
        <p:nvSpPr>
          <p:cNvPr id="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TELA DE SISTEMA NÃO É GRÁFICO</a:t>
            </a:r>
            <a:endParaRPr lang="pt-BR" sz="2500" dirty="0"/>
          </a:p>
        </p:txBody>
      </p:sp>
      <p:sp>
        <p:nvSpPr>
          <p:cNvPr id="4" name="s12_sub"/>
          <p:cNvSpPr txBox="1"/>
          <p:nvPr/>
        </p:nvSpPr>
        <p:spPr>
          <a:xfrm>
            <a:off x="41148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500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Um print mostra o produto. Um resultado pede gráfico nativo, feito com os dados exportados.</a:t>
            </a:r>
            <a:endParaRPr lang="pt-BR" sz="1500" dirty="0"/>
          </a:p>
        </p:txBody>
      </p:sp>
      <p:pic>
        <p:nvPicPr>
          <p:cNvPr id="5" name="s12_lap" descr="img2/laptop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91640"/>
            <a:ext cx="6638544" cy="4023360"/>
          </a:xfrm>
          <a:prstGeom prst="rect">
            <a:avLst/>
          </a:prstGeom>
        </p:spPr>
      </p:pic>
      <p:pic>
        <p:nvPicPr>
          <p:cNvPr id="6" name="s12_ph1" descr="img2/phone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691640"/>
            <a:ext cx="1847088" cy="3840480"/>
          </a:xfrm>
          <a:prstGeom prst="rect">
            <a:avLst/>
          </a:prstGeom>
        </p:spPr>
      </p:pic>
      <p:pic>
        <p:nvPicPr>
          <p:cNvPr id="7" name="s12_ph2" descr="img2/phone_log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1920240"/>
            <a:ext cx="1847088" cy="3840480"/>
          </a:xfrm>
          <a:prstGeom prst="rect">
            <a:avLst/>
          </a:prstGeom>
        </p:spPr>
      </p:pic>
      <p:sp>
        <p:nvSpPr>
          <p:cNvPr id="8" name="s12_c1"/>
          <p:cNvSpPr txBox="1"/>
          <p:nvPr/>
        </p:nvSpPr>
        <p:spPr>
          <a:xfrm>
            <a:off x="411480" y="5806440"/>
            <a:ext cx="6638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Painel do HydroVision Web — ótimo para demonstrar o produto, ilegível como fonte de dados</a:t>
            </a:r>
            <a:endParaRPr lang="pt-BR" sz="1100" dirty="0"/>
          </a:p>
        </p:txBody>
      </p:sp>
      <p:sp>
        <p:nvSpPr>
          <p:cNvPr id="9" name="s12_c2"/>
          <p:cNvSpPr txBox="1"/>
          <p:nvPr/>
        </p:nvSpPr>
        <p:spPr>
          <a:xfrm>
            <a:off x="7818120" y="580644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1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Telas do app — fluxo de campo, não resultado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17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6" grpId="0"/>
      <p:bldP spid="7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Menos é mais</a:t>
            </a:r>
            <a:endParaRPr lang="pt-BR" sz="1300" dirty="0"/>
          </a:p>
        </p:txBody>
      </p:sp>
      <p:sp>
        <p:nvSpPr>
          <p:cNvPr id="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QUE CORTAR SEM MEDO</a:t>
            </a:r>
            <a:endParaRPr lang="pt-BR" sz="2500" dirty="0"/>
          </a:p>
        </p:txBody>
      </p:sp>
      <p:pic>
        <p:nvPicPr>
          <p:cNvPr id="4" name="s13_img" descr="img2/ridges_ble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695" y="0"/>
            <a:ext cx="4572000" cy="6181344"/>
          </a:xfrm>
          <a:prstGeom prst="rect">
            <a:avLst/>
          </a:prstGeom>
        </p:spPr>
      </p:pic>
      <p:sp>
        <p:nvSpPr>
          <p:cNvPr id="5" name="s13_list"/>
          <p:cNvSpPr txBox="1"/>
          <p:nvPr/>
        </p:nvSpPr>
        <p:spPr>
          <a:xfrm>
            <a:off x="411480" y="1371600"/>
            <a:ext cx="68580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pt-BR" sz="155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Frases completas:</a:t>
            </a:r>
            <a:r>
              <a:rPr lang="pt-BR" sz="155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transforme em fragmentos com um verbo forte no início.</a:t>
            </a:r>
            <a:endParaRPr lang="pt-BR" sz="15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pt-BR" sz="155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Bullets em cascata:</a:t>
            </a:r>
            <a:r>
              <a:rPr lang="pt-BR" sz="155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se há sub-subitens, o slide virou documento.</a:t>
            </a:r>
            <a:endParaRPr lang="pt-BR" sz="15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pt-BR" sz="155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Texto que você vai falar:</a:t>
            </a:r>
            <a:r>
              <a:rPr lang="pt-BR" sz="155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se está na tela, o público lê — e não ouve você.</a:t>
            </a:r>
            <a:endParaRPr lang="pt-BR" sz="15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pt-BR" sz="155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Efeitos e animações:</a:t>
            </a:r>
            <a:r>
              <a:rPr lang="pt-BR" sz="155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só quando revelam algo em etapas, nunca por enfeite.</a:t>
            </a:r>
            <a:endParaRPr lang="pt-BR" sz="15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pt-BR" sz="155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Logos, rodapés e molduras:</a:t>
            </a:r>
            <a:r>
              <a:rPr lang="pt-BR" sz="155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o template já cuida disso; não duplique.</a:t>
            </a:r>
            <a:endParaRPr lang="pt-BR" sz="1550" dirty="0"/>
          </a:p>
          <a:p>
            <a:pPr indent="0" marL="0">
              <a:lnSpc>
                <a:spcPct val="112000"/>
              </a:lnSpc>
              <a:spcAft>
                <a:spcPts val="1200"/>
              </a:spcAft>
              <a:buNone/>
            </a:pPr>
            <a:r>
              <a:rPr lang="pt-BR" sz="155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Slides de passagem:</a:t>
            </a:r>
            <a:r>
              <a:rPr lang="pt-BR" sz="155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cada slide precisa justificar a própria existência.</a:t>
            </a:r>
            <a:endParaRPr lang="pt-BR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11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45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5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45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45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5B6B7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Design que ajuda a ler</a:t>
            </a:r>
            <a:endParaRPr lang="pt-BR" sz="1300" dirty="0"/>
          </a:p>
        </p:txBody>
      </p:sp>
      <p:sp>
        <p:nvSpPr>
          <p:cNvPr id="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2828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 SLIDE-MODELO USAR</a:t>
            </a:r>
            <a:endParaRPr lang="pt-BR" sz="2500" dirty="0"/>
          </a:p>
        </p:txBody>
      </p:sp>
      <p:graphicFrame>
        <p:nvGraphicFramePr>
          <p:cNvPr id="1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71600"/>
          <a:ext cx="1136599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852160"/>
                <a:gridCol w="30449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Preciso de…</a:t>
                      </a:r>
                      <a:endParaRPr lang="pt-BR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Use</a:t>
                      </a:r>
                      <a:endParaRPr lang="pt-BR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Slides-modelo no template</a:t>
                      </a:r>
                      <a:endParaRPr lang="pt-BR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39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b="1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Sinalizar a estrutura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Sumário no início e um divisor a cada bloco de conteúdo.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2 e 3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b="1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Explicar um conceito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Texto com imagem de apoio; no máximo seis itens por lista.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4, 5 e 13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b="1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Comparar ou sequenciar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Cartões lado a lado, etapas numeradas ou princípios.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6, 7, 10 e 17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b="1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Mostrar resultados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Números grandes, gráfico nativo ou tabela — nunca um print.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8, 9 e 14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b="1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Mostrar o produto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Fotos e telas com legenda curta; o visual é o conteúdo.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300" dirty="0">
                          <a:solidFill>
                            <a:srgbClr val="28282D"/>
                          </a:solidFill>
                          <a:latin typeface="Work Sans" pitchFamily="34" charset="0"/>
                          <a:ea typeface="Work Sans" pitchFamily="34" charset="-122"/>
                          <a:cs typeface="Work Sans" pitchFamily="34" charset="-120"/>
                        </a:rPr>
                        <a:t>11 e 12</a:t>
                      </a:r>
                      <a:endParaRPr lang="pt-BR" sz="1300" dirty="0">
                        <a:latin typeface="Work Sans" charset="0"/>
                        <a:ea typeface="Work Sans" charset="0"/>
                        <a:cs typeface="Work Sans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2_note"/>
          <p:cNvSpPr txBox="1"/>
          <p:nvPr/>
        </p:nvSpPr>
        <p:spPr>
          <a:xfrm>
            <a:off x="411480" y="5440680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i="1" dirty="0">
                <a:solidFill>
                  <a:srgbClr val="6B768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Referência: Hydroforce_Template_v2. Duplique o slide-modelo com Ctrl+D para manter animações e transições.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14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5" grpId="0">
        <p:bldAsOne/>
      </p:bldGraphic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Para levar</a:t>
            </a:r>
            <a:endParaRPr lang="pt-BR" sz="1300" dirty="0"/>
          </a:p>
        </p:txBody>
      </p:sp>
      <p:sp>
        <p:nvSpPr>
          <p:cNvPr id="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MENSAGEM QUE FICA</a:t>
            </a:r>
            <a:endParaRPr lang="pt-BR" sz="2500" dirty="0"/>
          </a:p>
        </p:txBody>
      </p:sp>
      <p:sp>
        <p:nvSpPr>
          <p:cNvPr id="4" name="q_band"/>
          <p:cNvSpPr/>
          <p:nvPr/>
        </p:nvSpPr>
        <p:spPr>
          <a:xfrm>
            <a:off x="0" y="1188720"/>
            <a:ext cx="12191695" cy="2286000"/>
          </a:xfrm>
          <a:prstGeom prst="rect">
            <a:avLst/>
          </a:prstGeom>
          <a:solidFill>
            <a:srgbClr val="E9ECEE"/>
          </a:solidFill>
          <a:ln w="12700">
            <a:solidFill>
              <a:srgbClr val="E9ECEE"/>
            </a:solidFill>
            <a:prstDash val="solid"/>
          </a:ln>
        </p:spPr>
      </p:sp>
      <p:pic>
        <p:nvPicPr>
          <p:cNvPr id="5" name="!!logo" descr="logos/logo_colori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737360"/>
            <a:ext cx="7891272" cy="1152144"/>
          </a:xfrm>
          <a:prstGeom prst="rect">
            <a:avLst/>
          </a:prstGeom>
        </p:spPr>
      </p:pic>
      <p:sp>
        <p:nvSpPr>
          <p:cNvPr id="6" name="q_tag"/>
          <p:cNvSpPr txBox="1"/>
          <p:nvPr/>
        </p:nvSpPr>
        <p:spPr>
          <a:xfrm>
            <a:off x="2468880" y="3886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400" i="1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Um slide, uma ideia, uma frase.</a:t>
            </a:r>
            <a:endParaRPr lang="pt-BR" sz="2400" dirty="0"/>
          </a:p>
        </p:txBody>
      </p:sp>
      <p:sp>
        <p:nvSpPr>
          <p:cNvPr id="7" name="q_sub"/>
          <p:cNvSpPr txBox="1"/>
          <p:nvPr/>
        </p:nvSpPr>
        <p:spPr>
          <a:xfrm>
            <a:off x="2468880" y="4526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pt-BR" sz="1900" i="1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Defina a mensagem antes de abrir o PowerPoint. Estruture como uma </a:t>
            </a:r>
            <a:r>
              <a:rPr lang="pt-BR" sz="1900" i="1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história</a:t>
            </a:r>
            <a:r>
              <a:rPr lang="pt-BR" sz="1900" i="1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. Corte o que não sustenta a ideia. E ensaie até parecer conversa.</a:t>
            </a:r>
            <a:endParaRPr lang="pt-BR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21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nel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8576C"/>
          </a:solidFill>
          <a:ln w="12700">
            <a:solidFill>
              <a:srgbClr val="18576C"/>
            </a:solidFill>
            <a:prstDash val="solid"/>
          </a:ln>
        </p:spPr>
      </p:sp>
      <p:pic>
        <p:nvPicPr>
          <p:cNvPr id="3" name="!!blk_00" descr="img2/tiles/tile_r01_c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3017520"/>
            <a:ext cx="384048" cy="384048"/>
          </a:xfrm>
          <a:prstGeom prst="rect">
            <a:avLst/>
          </a:prstGeom>
        </p:spPr>
      </p:pic>
      <p:pic>
        <p:nvPicPr>
          <p:cNvPr id="4" name="!!blk_01" descr="img2/tiles/tile_r01_c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" y="3017520"/>
            <a:ext cx="384048" cy="384048"/>
          </a:xfrm>
          <a:prstGeom prst="rect">
            <a:avLst/>
          </a:prstGeom>
        </p:spPr>
      </p:pic>
      <p:pic>
        <p:nvPicPr>
          <p:cNvPr id="5" name="!!blk_02" descr="img2/tiles/tile_r03_c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785616"/>
            <a:ext cx="384048" cy="384048"/>
          </a:xfrm>
          <a:prstGeom prst="rect">
            <a:avLst/>
          </a:prstGeom>
        </p:spPr>
      </p:pic>
      <p:pic>
        <p:nvPicPr>
          <p:cNvPr id="6" name="!!blk_03" descr="img2/tiles/tile_r03_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720" y="3785616"/>
            <a:ext cx="384048" cy="384048"/>
          </a:xfrm>
          <a:prstGeom prst="rect">
            <a:avLst/>
          </a:prstGeom>
        </p:spPr>
      </p:pic>
      <p:pic>
        <p:nvPicPr>
          <p:cNvPr id="7" name="!!blk_04" descr="img2/tiles/tile_r04_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4169664"/>
            <a:ext cx="384048" cy="384048"/>
          </a:xfrm>
          <a:prstGeom prst="rect">
            <a:avLst/>
          </a:prstGeom>
        </p:spPr>
      </p:pic>
      <p:pic>
        <p:nvPicPr>
          <p:cNvPr id="8" name="!!blk_05" descr="img2/tiles/tile_r04_c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4520" y="4169664"/>
            <a:ext cx="384048" cy="384048"/>
          </a:xfrm>
          <a:prstGeom prst="rect">
            <a:avLst/>
          </a:prstGeom>
        </p:spPr>
      </p:pic>
      <p:pic>
        <p:nvPicPr>
          <p:cNvPr id="9" name="!!blk_06" descr="img2/tiles/tile_r04_c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424" y="4169664"/>
            <a:ext cx="384048" cy="384048"/>
          </a:xfrm>
          <a:prstGeom prst="rect">
            <a:avLst/>
          </a:prstGeom>
        </p:spPr>
      </p:pic>
      <p:pic>
        <p:nvPicPr>
          <p:cNvPr id="10" name="!!blk_07" descr="img2/tiles/tile_r04_c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" y="4169664"/>
            <a:ext cx="384048" cy="384048"/>
          </a:xfrm>
          <a:prstGeom prst="rect">
            <a:avLst/>
          </a:prstGeom>
        </p:spPr>
      </p:pic>
      <p:pic>
        <p:nvPicPr>
          <p:cNvPr id="11" name="!!blk_08" descr="img2/tiles/tile_r05_c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8568" y="4553712"/>
            <a:ext cx="384048" cy="384048"/>
          </a:xfrm>
          <a:prstGeom prst="rect">
            <a:avLst/>
          </a:prstGeom>
        </p:spPr>
      </p:pic>
      <p:pic>
        <p:nvPicPr>
          <p:cNvPr id="12" name="!!blk_09" descr="img2/tiles/tile_r05_c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4520" y="4553712"/>
            <a:ext cx="384048" cy="384048"/>
          </a:xfrm>
          <a:prstGeom prst="rect">
            <a:avLst/>
          </a:prstGeom>
        </p:spPr>
      </p:pic>
      <p:pic>
        <p:nvPicPr>
          <p:cNvPr id="13" name="!!blk_10" descr="img2/tiles/tile_r05_c0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90472" y="4553712"/>
            <a:ext cx="384048" cy="384048"/>
          </a:xfrm>
          <a:prstGeom prst="rect">
            <a:avLst/>
          </a:prstGeom>
        </p:spPr>
      </p:pic>
      <p:pic>
        <p:nvPicPr>
          <p:cNvPr id="14" name="!!blk_11" descr="img2/tiles/tile_r05_c0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6424" y="4553712"/>
            <a:ext cx="384048" cy="384048"/>
          </a:xfrm>
          <a:prstGeom prst="rect">
            <a:avLst/>
          </a:prstGeom>
        </p:spPr>
      </p:pic>
      <p:pic>
        <p:nvPicPr>
          <p:cNvPr id="15" name="!!blk_12" descr="img2/tiles/tile_r05_c0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2376" y="4553712"/>
            <a:ext cx="384048" cy="384048"/>
          </a:xfrm>
          <a:prstGeom prst="rect">
            <a:avLst/>
          </a:prstGeom>
        </p:spPr>
      </p:pic>
      <p:pic>
        <p:nvPicPr>
          <p:cNvPr id="16" name="!!blk_13" descr="img2/tiles/tile_r06_c0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26664" y="4937760"/>
            <a:ext cx="384048" cy="384048"/>
          </a:xfrm>
          <a:prstGeom prst="rect">
            <a:avLst/>
          </a:prstGeom>
        </p:spPr>
      </p:pic>
      <p:pic>
        <p:nvPicPr>
          <p:cNvPr id="17" name="!!blk_14" descr="img2/tiles/tile_r06_c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58568" y="4937760"/>
            <a:ext cx="384048" cy="384048"/>
          </a:xfrm>
          <a:prstGeom prst="rect">
            <a:avLst/>
          </a:prstGeom>
        </p:spPr>
      </p:pic>
      <p:pic>
        <p:nvPicPr>
          <p:cNvPr id="18" name="!!blk_15" descr="img2/tiles/tile_r06_c0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74520" y="4937760"/>
            <a:ext cx="384048" cy="384048"/>
          </a:xfrm>
          <a:prstGeom prst="rect">
            <a:avLst/>
          </a:prstGeom>
        </p:spPr>
      </p:pic>
      <p:pic>
        <p:nvPicPr>
          <p:cNvPr id="19" name="!!blk_16" descr="img2/tiles/tile_r06_c0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90472" y="4937760"/>
            <a:ext cx="384048" cy="384048"/>
          </a:xfrm>
          <a:prstGeom prst="rect">
            <a:avLst/>
          </a:prstGeom>
        </p:spPr>
      </p:pic>
      <p:pic>
        <p:nvPicPr>
          <p:cNvPr id="20" name="!!blk_17" descr="img2/tiles/tile_r06_c0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06424" y="4937760"/>
            <a:ext cx="384048" cy="384048"/>
          </a:xfrm>
          <a:prstGeom prst="rect">
            <a:avLst/>
          </a:prstGeom>
        </p:spPr>
      </p:pic>
      <p:pic>
        <p:nvPicPr>
          <p:cNvPr id="21" name="!!blk_18" descr="img2/tiles/tile_r06_c1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45720" y="4937760"/>
            <a:ext cx="384048" cy="384048"/>
          </a:xfrm>
          <a:prstGeom prst="rect">
            <a:avLst/>
          </a:prstGeom>
        </p:spPr>
      </p:pic>
      <p:pic>
        <p:nvPicPr>
          <p:cNvPr id="22" name="!!blk_19" descr="img2/tiles/tile_r07_c0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026664" y="5321808"/>
            <a:ext cx="384048" cy="384048"/>
          </a:xfrm>
          <a:prstGeom prst="rect">
            <a:avLst/>
          </a:prstGeom>
        </p:spPr>
      </p:pic>
      <p:pic>
        <p:nvPicPr>
          <p:cNvPr id="23" name="!!blk_20" descr="img2/tiles/tile_r07_c0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58568" y="5321808"/>
            <a:ext cx="384048" cy="384048"/>
          </a:xfrm>
          <a:prstGeom prst="rect">
            <a:avLst/>
          </a:prstGeom>
        </p:spPr>
      </p:pic>
      <p:pic>
        <p:nvPicPr>
          <p:cNvPr id="24" name="!!blk_21" descr="img2/tiles/tile_r07_c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874520" y="5321808"/>
            <a:ext cx="384048" cy="384048"/>
          </a:xfrm>
          <a:prstGeom prst="rect">
            <a:avLst/>
          </a:prstGeom>
        </p:spPr>
      </p:pic>
      <p:pic>
        <p:nvPicPr>
          <p:cNvPr id="25" name="!!blk_22" descr="img2/tiles/tile_r07_c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90472" y="5321808"/>
            <a:ext cx="384048" cy="384048"/>
          </a:xfrm>
          <a:prstGeom prst="rect">
            <a:avLst/>
          </a:prstGeom>
        </p:spPr>
      </p:pic>
      <p:pic>
        <p:nvPicPr>
          <p:cNvPr id="26" name="!!blk_23" descr="img2/tiles/tile_r07_c0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06424" y="5321808"/>
            <a:ext cx="384048" cy="384048"/>
          </a:xfrm>
          <a:prstGeom prst="rect">
            <a:avLst/>
          </a:prstGeom>
        </p:spPr>
      </p:pic>
      <p:pic>
        <p:nvPicPr>
          <p:cNvPr id="27" name="!!blk_24" descr="img2/tiles/tile_r08_c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94760" y="5705856"/>
            <a:ext cx="384048" cy="384048"/>
          </a:xfrm>
          <a:prstGeom prst="rect">
            <a:avLst/>
          </a:prstGeom>
        </p:spPr>
      </p:pic>
      <p:pic>
        <p:nvPicPr>
          <p:cNvPr id="28" name="!!blk_25" descr="img2/tiles/tile_r08_c0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42616" y="5705856"/>
            <a:ext cx="384048" cy="384048"/>
          </a:xfrm>
          <a:prstGeom prst="rect">
            <a:avLst/>
          </a:prstGeom>
        </p:spPr>
      </p:pic>
      <p:pic>
        <p:nvPicPr>
          <p:cNvPr id="29" name="!!blk_26" descr="img2/tiles/tile_r08_c0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258568" y="5705856"/>
            <a:ext cx="384048" cy="384048"/>
          </a:xfrm>
          <a:prstGeom prst="rect">
            <a:avLst/>
          </a:prstGeom>
        </p:spPr>
      </p:pic>
      <p:pic>
        <p:nvPicPr>
          <p:cNvPr id="30" name="!!blk_27" descr="img2/tiles/tile_r08_c05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874520" y="5705856"/>
            <a:ext cx="384048" cy="384048"/>
          </a:xfrm>
          <a:prstGeom prst="rect">
            <a:avLst/>
          </a:prstGeom>
        </p:spPr>
      </p:pic>
      <p:pic>
        <p:nvPicPr>
          <p:cNvPr id="31" name="!!blk_28" descr="img2/tiles/tile_r08_c06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490472" y="5705856"/>
            <a:ext cx="384048" cy="384048"/>
          </a:xfrm>
          <a:prstGeom prst="rect">
            <a:avLst/>
          </a:prstGeom>
        </p:spPr>
      </p:pic>
      <p:pic>
        <p:nvPicPr>
          <p:cNvPr id="32" name="!!blk_29" descr="img2/tiles/tile_r08_c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106424" y="5705856"/>
            <a:ext cx="384048" cy="384048"/>
          </a:xfrm>
          <a:prstGeom prst="rect">
            <a:avLst/>
          </a:prstGeom>
        </p:spPr>
      </p:pic>
      <p:pic>
        <p:nvPicPr>
          <p:cNvPr id="33" name="!!blk_30" descr="img2/tiles/tile_r08_c0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22376" y="5705856"/>
            <a:ext cx="384048" cy="384048"/>
          </a:xfrm>
          <a:prstGeom prst="rect">
            <a:avLst/>
          </a:prstGeom>
        </p:spPr>
      </p:pic>
      <p:pic>
        <p:nvPicPr>
          <p:cNvPr id="34" name="!!blk_31" descr="img2/tiles/tile_r08_c0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38328" y="5705856"/>
            <a:ext cx="384048" cy="384048"/>
          </a:xfrm>
          <a:prstGeom prst="rect">
            <a:avLst/>
          </a:prstGeom>
        </p:spPr>
      </p:pic>
      <p:pic>
        <p:nvPicPr>
          <p:cNvPr id="35" name="!!blk_32" descr="img2/tiles/tile_r09_c00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3794760" y="6089904"/>
            <a:ext cx="384048" cy="384048"/>
          </a:xfrm>
          <a:prstGeom prst="rect">
            <a:avLst/>
          </a:prstGeom>
        </p:spPr>
      </p:pic>
      <p:pic>
        <p:nvPicPr>
          <p:cNvPr id="36" name="!!blk_33" descr="img2/tiles/tile_r09_c0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410712" y="6089904"/>
            <a:ext cx="384048" cy="384048"/>
          </a:xfrm>
          <a:prstGeom prst="rect">
            <a:avLst/>
          </a:prstGeom>
        </p:spPr>
      </p:pic>
      <p:pic>
        <p:nvPicPr>
          <p:cNvPr id="37" name="!!blk_34" descr="img2/tiles/tile_r09_c04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258568" y="6089904"/>
            <a:ext cx="384048" cy="384048"/>
          </a:xfrm>
          <a:prstGeom prst="rect">
            <a:avLst/>
          </a:prstGeom>
        </p:spPr>
      </p:pic>
      <p:pic>
        <p:nvPicPr>
          <p:cNvPr id="38" name="!!blk_35" descr="img2/tiles/tile_r09_c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1874520" y="6089904"/>
            <a:ext cx="384048" cy="384048"/>
          </a:xfrm>
          <a:prstGeom prst="rect">
            <a:avLst/>
          </a:prstGeom>
        </p:spPr>
      </p:pic>
      <p:pic>
        <p:nvPicPr>
          <p:cNvPr id="39" name="!!blk_36" descr="img2/tiles/tile_r09_c0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22376" y="6089904"/>
            <a:ext cx="384048" cy="384048"/>
          </a:xfrm>
          <a:prstGeom prst="rect">
            <a:avLst/>
          </a:prstGeom>
        </p:spPr>
      </p:pic>
      <p:pic>
        <p:nvPicPr>
          <p:cNvPr id="40" name="!!blk_37" descr="img2/tiles/tile_r10_c0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642616" y="6473952"/>
            <a:ext cx="384048" cy="384048"/>
          </a:xfrm>
          <a:prstGeom prst="rect">
            <a:avLst/>
          </a:prstGeom>
        </p:spPr>
      </p:pic>
      <p:pic>
        <p:nvPicPr>
          <p:cNvPr id="41" name="!!blk_38" descr="img2/tiles/tile_r10_c06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490472" y="6473952"/>
            <a:ext cx="384048" cy="384048"/>
          </a:xfrm>
          <a:prstGeom prst="rect">
            <a:avLst/>
          </a:prstGeom>
        </p:spPr>
      </p:pic>
      <p:sp>
        <p:nvSpPr>
          <p:cNvPr id="42" name="!!label"/>
          <p:cNvSpPr txBox="1"/>
          <p:nvPr/>
        </p:nvSpPr>
        <p:spPr>
          <a:xfrm>
            <a:off x="4846320" y="1965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Dúvidas ou sugestões?</a:t>
            </a:r>
            <a:endParaRPr lang="pt-BR" sz="1400" dirty="0"/>
          </a:p>
        </p:txBody>
      </p:sp>
      <p:sp>
        <p:nvSpPr>
          <p:cNvPr id="43" name="!!title"/>
          <p:cNvSpPr txBox="1"/>
          <p:nvPr/>
        </p:nvSpPr>
        <p:spPr>
          <a:xfrm>
            <a:off x="4846320" y="22860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40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Obrigado.</a:t>
            </a:r>
            <a:endParaRPr lang="pt-BR" sz="4000" dirty="0"/>
          </a:p>
        </p:txBody>
      </p:sp>
      <p:pic>
        <p:nvPicPr>
          <p:cNvPr id="44" name="ct_i0" descr="icons/FiGlobe_white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864608" y="3493008"/>
            <a:ext cx="274320" cy="274320"/>
          </a:xfrm>
          <a:prstGeom prst="rect">
            <a:avLst/>
          </a:prstGeom>
        </p:spPr>
      </p:pic>
      <p:sp>
        <p:nvSpPr>
          <p:cNvPr id="45" name="ct_t0"/>
          <p:cNvSpPr txBox="1"/>
          <p:nvPr/>
        </p:nvSpPr>
        <p:spPr>
          <a:xfrm>
            <a:off x="5303520" y="3429000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[www.seusite.com.br]</a:t>
            </a:r>
            <a:endParaRPr lang="pt-BR" sz="1600" dirty="0"/>
          </a:p>
        </p:txBody>
      </p:sp>
      <p:pic>
        <p:nvPicPr>
          <p:cNvPr id="46" name="ct_i1" descr="icons/FiMail_white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4864608" y="4059936"/>
            <a:ext cx="274320" cy="274320"/>
          </a:xfrm>
          <a:prstGeom prst="rect">
            <a:avLst/>
          </a:prstGeom>
        </p:spPr>
      </p:pic>
      <p:sp>
        <p:nvSpPr>
          <p:cNvPr id="47" name="ct_t1"/>
          <p:cNvSpPr txBox="1"/>
          <p:nvPr/>
        </p:nvSpPr>
        <p:spPr>
          <a:xfrm>
            <a:off x="5303520" y="3995928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[contato@empresa.com.br]</a:t>
            </a:r>
            <a:endParaRPr lang="pt-BR" sz="1600" dirty="0"/>
          </a:p>
        </p:txBody>
      </p:sp>
      <p:pic>
        <p:nvPicPr>
          <p:cNvPr id="48" name="ct_i2" descr="icons/FiPhone_white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864608" y="4626864"/>
            <a:ext cx="274320" cy="274320"/>
          </a:xfrm>
          <a:prstGeom prst="rect">
            <a:avLst/>
          </a:prstGeom>
        </p:spPr>
      </p:pic>
      <p:sp>
        <p:nvSpPr>
          <p:cNvPr id="49" name="ct_t2"/>
          <p:cNvSpPr txBox="1"/>
          <p:nvPr/>
        </p:nvSpPr>
        <p:spPr>
          <a:xfrm>
            <a:off x="5303520" y="4562856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[+55 (00) 00000-0000]</a:t>
            </a:r>
            <a:endParaRPr lang="pt-BR" sz="1600" dirty="0"/>
          </a:p>
        </p:txBody>
      </p:sp>
      <p:sp>
        <p:nvSpPr>
          <p:cNvPr id="50" name="!!rule"/>
          <p:cNvSpPr/>
          <p:nvPr/>
        </p:nvSpPr>
        <p:spPr>
          <a:xfrm>
            <a:off x="4206240" y="6382512"/>
            <a:ext cx="7985455" cy="0"/>
          </a:xfrm>
          <a:prstGeom prst="line">
            <a:avLst/>
          </a:prstGeom>
          <a:noFill/>
          <a:ln w="12700">
            <a:solidFill>
              <a:srgbClr val="F2F0EB"/>
            </a:solidFill>
            <a:prstDash val="solid"/>
          </a:ln>
        </p:spPr>
      </p:sp>
      <p:pic>
        <p:nvPicPr>
          <p:cNvPr id="51" name="!!logo" descr="logos/logo_branco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012680" y="6473952"/>
            <a:ext cx="1947672" cy="283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3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37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40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7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54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5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61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68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5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82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86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89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93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96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03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07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10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14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17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21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24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31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38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4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45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49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52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1595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163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5B6B7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Design que ajuda a ler</a:t>
            </a:r>
            <a:endParaRPr lang="pt-BR" sz="1300" dirty="0"/>
          </a:p>
        </p:txBody>
      </p:sp>
      <p:sp>
        <p:nvSpPr>
          <p:cNvPr id="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28282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QUATRO PRINCÍPIOS QUE BASTAM</a:t>
            </a:r>
            <a:endParaRPr lang="pt-BR" sz="2500" dirty="0"/>
          </a:p>
        </p:txBody>
      </p:sp>
      <p:sp>
        <p:nvSpPr>
          <p:cNvPr id="4" name="g_c0"/>
          <p:cNvSpPr/>
          <p:nvPr/>
        </p:nvSpPr>
        <p:spPr>
          <a:xfrm>
            <a:off x="411480" y="1371600"/>
            <a:ext cx="55138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g_i0"/>
          <p:cNvSpPr/>
          <p:nvPr/>
        </p:nvSpPr>
        <p:spPr>
          <a:xfrm>
            <a:off x="658368" y="1618488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  <a:prstDash val="solid"/>
          </a:ln>
        </p:spPr>
      </p:sp>
      <p:pic>
        <p:nvPicPr>
          <p:cNvPr id="6" name="g_i0_ic" descr="icons/FiMov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09" y="1763329"/>
            <a:ext cx="313822" cy="313822"/>
          </a:xfrm>
          <a:prstGeom prst="rect">
            <a:avLst/>
          </a:prstGeom>
        </p:spPr>
      </p:pic>
      <p:sp>
        <p:nvSpPr>
          <p:cNvPr id="7" name="g_t0"/>
          <p:cNvSpPr txBox="1"/>
          <p:nvPr/>
        </p:nvSpPr>
        <p:spPr>
          <a:xfrm>
            <a:off x="1417320" y="1673352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Hierarquia</a:t>
            </a:r>
            <a:endParaRPr lang="pt-BR" sz="1700" dirty="0"/>
          </a:p>
        </p:txBody>
      </p:sp>
      <p:sp>
        <p:nvSpPr>
          <p:cNvPr id="8" name="g_d0"/>
          <p:cNvSpPr txBox="1"/>
          <p:nvPr/>
        </p:nvSpPr>
        <p:spPr>
          <a:xfrm>
            <a:off x="731520" y="2286000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pt-BR" sz="12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Título, destaque, corpo, nota — nessa ordem. Tamanho, peso e cor dizem ao público o que ler primeiro. Se tudo grita, nada é ouvido.</a:t>
            </a:r>
            <a:endParaRPr lang="pt-BR" sz="1200" dirty="0"/>
          </a:p>
        </p:txBody>
      </p:sp>
      <p:sp>
        <p:nvSpPr>
          <p:cNvPr id="9" name="g_c1"/>
          <p:cNvSpPr/>
          <p:nvPr/>
        </p:nvSpPr>
        <p:spPr>
          <a:xfrm>
            <a:off x="6263640" y="1371600"/>
            <a:ext cx="55138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g_i1"/>
          <p:cNvSpPr/>
          <p:nvPr/>
        </p:nvSpPr>
        <p:spPr>
          <a:xfrm>
            <a:off x="6510528" y="1618488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  <a:prstDash val="solid"/>
          </a:ln>
        </p:spPr>
      </p:sp>
      <p:pic>
        <p:nvPicPr>
          <p:cNvPr id="11" name="g_i1_ic" descr="icons/FiZa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369" y="1763329"/>
            <a:ext cx="313822" cy="313822"/>
          </a:xfrm>
          <a:prstGeom prst="rect">
            <a:avLst/>
          </a:prstGeom>
        </p:spPr>
      </p:pic>
      <p:sp>
        <p:nvSpPr>
          <p:cNvPr id="12" name="g_t1"/>
          <p:cNvSpPr txBox="1"/>
          <p:nvPr/>
        </p:nvSpPr>
        <p:spPr>
          <a:xfrm>
            <a:off x="7269480" y="1673352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Alinhamento</a:t>
            </a:r>
            <a:endParaRPr lang="pt-BR" sz="1700" dirty="0"/>
          </a:p>
        </p:txBody>
      </p:sp>
      <p:sp>
        <p:nvSpPr>
          <p:cNvPr id="13" name="g_d1"/>
          <p:cNvSpPr txBox="1"/>
          <p:nvPr/>
        </p:nvSpPr>
        <p:spPr>
          <a:xfrm>
            <a:off x="6583680" y="2286000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pt-BR" sz="12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Tudo se apoia em uma grade invisível: mesmas margens, colunas e posição de título em todos os slides. O template já define a grade — parta dos slides-modelo.</a:t>
            </a:r>
            <a:endParaRPr lang="pt-BR" sz="1200" dirty="0"/>
          </a:p>
        </p:txBody>
      </p:sp>
      <p:sp>
        <p:nvSpPr>
          <p:cNvPr id="14" name="g_c2"/>
          <p:cNvSpPr/>
          <p:nvPr/>
        </p:nvSpPr>
        <p:spPr>
          <a:xfrm>
            <a:off x="411480" y="3611880"/>
            <a:ext cx="55138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g_i2"/>
          <p:cNvSpPr/>
          <p:nvPr/>
        </p:nvSpPr>
        <p:spPr>
          <a:xfrm>
            <a:off x="658368" y="3858768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  <a:prstDash val="solid"/>
          </a:ln>
        </p:spPr>
      </p:sp>
      <p:pic>
        <p:nvPicPr>
          <p:cNvPr id="16" name="g_i2_ic" descr="icons/FiTa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09" y="4003609"/>
            <a:ext cx="313822" cy="313822"/>
          </a:xfrm>
          <a:prstGeom prst="rect">
            <a:avLst/>
          </a:prstGeom>
        </p:spPr>
      </p:pic>
      <p:sp>
        <p:nvSpPr>
          <p:cNvPr id="17" name="g_t2"/>
          <p:cNvSpPr txBox="1"/>
          <p:nvPr/>
        </p:nvSpPr>
        <p:spPr>
          <a:xfrm>
            <a:off x="1417320" y="3913632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Contraste</a:t>
            </a:r>
            <a:endParaRPr lang="pt-BR" sz="1700" dirty="0"/>
          </a:p>
        </p:txBody>
      </p:sp>
      <p:sp>
        <p:nvSpPr>
          <p:cNvPr id="18" name="g_d2"/>
          <p:cNvSpPr txBox="1"/>
          <p:nvPr/>
        </p:nvSpPr>
        <p:spPr>
          <a:xfrm>
            <a:off x="731520" y="4526280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pt-BR" sz="12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Texto escuro em fundo claro, ou o inverso — sempre. Uma única cor de destaque (Aquarius #3CADD4), usada com parcimônia, para o que realmente importa.</a:t>
            </a:r>
            <a:endParaRPr lang="pt-BR" sz="1200" dirty="0"/>
          </a:p>
        </p:txBody>
      </p:sp>
      <p:sp>
        <p:nvSpPr>
          <p:cNvPr id="19" name="g_c3"/>
          <p:cNvSpPr/>
          <p:nvPr/>
        </p:nvSpPr>
        <p:spPr>
          <a:xfrm>
            <a:off x="6263640" y="3611880"/>
            <a:ext cx="5513832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g_i3"/>
          <p:cNvSpPr/>
          <p:nvPr/>
        </p:nvSpPr>
        <p:spPr>
          <a:xfrm>
            <a:off x="6510528" y="3858768"/>
            <a:ext cx="603504" cy="603504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  <a:prstDash val="solid"/>
          </a:ln>
        </p:spPr>
      </p:sp>
      <p:pic>
        <p:nvPicPr>
          <p:cNvPr id="21" name="g_i3_ic" descr="icons/FiLayer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369" y="4003609"/>
            <a:ext cx="313822" cy="313822"/>
          </a:xfrm>
          <a:prstGeom prst="rect">
            <a:avLst/>
          </a:prstGeom>
        </p:spPr>
      </p:pic>
      <p:sp>
        <p:nvSpPr>
          <p:cNvPr id="22" name="g_t3"/>
          <p:cNvSpPr txBox="1"/>
          <p:nvPr/>
        </p:nvSpPr>
        <p:spPr>
          <a:xfrm>
            <a:off x="7269480" y="3913632"/>
            <a:ext cx="4233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7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Consistência</a:t>
            </a:r>
            <a:endParaRPr lang="pt-BR" sz="1700" dirty="0"/>
          </a:p>
        </p:txBody>
      </p:sp>
      <p:sp>
        <p:nvSpPr>
          <p:cNvPr id="23" name="g_d3"/>
          <p:cNvSpPr txBox="1"/>
          <p:nvPr/>
        </p:nvSpPr>
        <p:spPr>
          <a:xfrm>
            <a:off x="6583680" y="4526280"/>
            <a:ext cx="48737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pt-BR" sz="12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Mesmas fontes (Montserrat e Work Sans), mesma paleta, mesmo estilo de ícone e imagem do início ao fim. Varie o layout — nunca a identidade.</a:t>
            </a:r>
            <a:endParaRPr lang="pt-BR" sz="1200" dirty="0"/>
          </a:p>
        </p:txBody>
      </p:sp>
      <p:sp>
        <p:nvSpPr>
          <p:cNvPr id="24" name="g_note"/>
          <p:cNvSpPr txBox="1"/>
          <p:nvPr/>
        </p:nvSpPr>
        <p:spPr>
          <a:xfrm>
            <a:off x="411480" y="5833872"/>
            <a:ext cx="11338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100" i="1" dirty="0">
                <a:solidFill>
                  <a:srgbClr val="6B7680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Regra prática: se um elemento não ajuda a ler, ele atrapalha. Espaço em branco também é design.</a:t>
            </a:r>
            <a:endParaRPr lang="pt-BR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28282D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13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3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61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8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9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9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nel"/>
          <p:cNvSpPr/>
          <p:nvPr/>
        </p:nvSpPr>
        <p:spPr>
          <a:xfrm>
            <a:off x="7223760" y="0"/>
            <a:ext cx="4967935" cy="6181344"/>
          </a:xfrm>
          <a:prstGeom prst="rect">
            <a:avLst/>
          </a:prstGeom>
          <a:solidFill>
            <a:srgbClr val="18576C"/>
          </a:solidFill>
          <a:ln w="12700">
            <a:solidFill>
              <a:srgbClr val="18576C"/>
            </a:solidFill>
            <a:prstDash val="solid"/>
          </a:ln>
        </p:spPr>
      </p:sp>
      <p:pic>
        <p:nvPicPr>
          <p:cNvPr id="3" name="!!blk_00" descr="img2/tiles/tile_r01_c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493008"/>
            <a:ext cx="384048" cy="384048"/>
          </a:xfrm>
          <a:prstGeom prst="rect">
            <a:avLst/>
          </a:prstGeom>
        </p:spPr>
      </p:pic>
      <p:pic>
        <p:nvPicPr>
          <p:cNvPr id="4" name="!!blk_01" descr="img2/tiles/tile_r01_c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4261104"/>
            <a:ext cx="384048" cy="384048"/>
          </a:xfrm>
          <a:prstGeom prst="rect">
            <a:avLst/>
          </a:prstGeom>
        </p:spPr>
      </p:pic>
      <p:pic>
        <p:nvPicPr>
          <p:cNvPr id="5" name="!!blk_02" descr="img2/tiles/tile_r03_c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1572768"/>
            <a:ext cx="384048" cy="384048"/>
          </a:xfrm>
          <a:prstGeom prst="rect">
            <a:avLst/>
          </a:prstGeom>
        </p:spPr>
      </p:pic>
      <p:pic>
        <p:nvPicPr>
          <p:cNvPr id="6" name="!!blk_03" descr="img2/tiles/tile_r03_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029200"/>
            <a:ext cx="384048" cy="384048"/>
          </a:xfrm>
          <a:prstGeom prst="rect">
            <a:avLst/>
          </a:prstGeom>
        </p:spPr>
      </p:pic>
      <p:pic>
        <p:nvPicPr>
          <p:cNvPr id="7" name="!!blk_04" descr="img2/tiles/tile_r04_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3108960"/>
            <a:ext cx="384048" cy="384048"/>
          </a:xfrm>
          <a:prstGeom prst="rect">
            <a:avLst/>
          </a:prstGeom>
        </p:spPr>
      </p:pic>
      <p:pic>
        <p:nvPicPr>
          <p:cNvPr id="8" name="!!blk_05" descr="img2/tiles/tile_r04_c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832" y="3877056"/>
            <a:ext cx="384048" cy="384048"/>
          </a:xfrm>
          <a:prstGeom prst="rect">
            <a:avLst/>
          </a:prstGeom>
        </p:spPr>
      </p:pic>
      <p:pic>
        <p:nvPicPr>
          <p:cNvPr id="9" name="!!blk_06" descr="img2/tiles/tile_r04_c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1572768"/>
            <a:ext cx="384048" cy="384048"/>
          </a:xfrm>
          <a:prstGeom prst="rect">
            <a:avLst/>
          </a:prstGeom>
        </p:spPr>
      </p:pic>
      <p:pic>
        <p:nvPicPr>
          <p:cNvPr id="10" name="!!blk_07" descr="img2/tiles/tile_r04_c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1956816"/>
            <a:ext cx="384048" cy="384048"/>
          </a:xfrm>
          <a:prstGeom prst="rect">
            <a:avLst/>
          </a:prstGeom>
        </p:spPr>
      </p:pic>
      <p:pic>
        <p:nvPicPr>
          <p:cNvPr id="11" name="!!blk_08" descr="img2/tiles/tile_r05_c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0688" y="3108960"/>
            <a:ext cx="384048" cy="384048"/>
          </a:xfrm>
          <a:prstGeom prst="rect">
            <a:avLst/>
          </a:prstGeom>
        </p:spPr>
      </p:pic>
      <p:pic>
        <p:nvPicPr>
          <p:cNvPr id="12" name="!!blk_09" descr="img2/tiles/tile_r05_c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736" y="3493008"/>
            <a:ext cx="384048" cy="384048"/>
          </a:xfrm>
          <a:prstGeom prst="rect">
            <a:avLst/>
          </a:prstGeom>
        </p:spPr>
      </p:pic>
      <p:pic>
        <p:nvPicPr>
          <p:cNvPr id="13" name="!!blk_10" descr="img2/tiles/tile_r05_c0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9024" y="1956816"/>
            <a:ext cx="384048" cy="384048"/>
          </a:xfrm>
          <a:prstGeom prst="rect">
            <a:avLst/>
          </a:prstGeom>
        </p:spPr>
      </p:pic>
      <p:pic>
        <p:nvPicPr>
          <p:cNvPr id="14" name="!!blk_11" descr="img2/tiles/tile_r05_c0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6880" y="4645152"/>
            <a:ext cx="384048" cy="384048"/>
          </a:xfrm>
          <a:prstGeom prst="rect">
            <a:avLst/>
          </a:prstGeom>
        </p:spPr>
      </p:pic>
      <p:pic>
        <p:nvPicPr>
          <p:cNvPr id="15" name="!!blk_12" descr="img2/tiles/tile_r05_c0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42832" y="1956816"/>
            <a:ext cx="384048" cy="384048"/>
          </a:xfrm>
          <a:prstGeom prst="rect">
            <a:avLst/>
          </a:prstGeom>
        </p:spPr>
      </p:pic>
      <p:pic>
        <p:nvPicPr>
          <p:cNvPr id="16" name="!!blk_13" descr="img2/tiles/tile_r06_c0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4736" y="5413248"/>
            <a:ext cx="384048" cy="384048"/>
          </a:xfrm>
          <a:prstGeom prst="rect">
            <a:avLst/>
          </a:prstGeom>
        </p:spPr>
      </p:pic>
      <p:pic>
        <p:nvPicPr>
          <p:cNvPr id="17" name="!!blk_14" descr="img2/tiles/tile_r06_c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6880" y="1956816"/>
            <a:ext cx="384048" cy="384048"/>
          </a:xfrm>
          <a:prstGeom prst="rect">
            <a:avLst/>
          </a:prstGeom>
        </p:spPr>
      </p:pic>
      <p:pic>
        <p:nvPicPr>
          <p:cNvPr id="18" name="!!blk_15" descr="img2/tiles/tile_r06_c0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31168" y="4261104"/>
            <a:ext cx="384048" cy="384048"/>
          </a:xfrm>
          <a:prstGeom prst="rect">
            <a:avLst/>
          </a:prstGeom>
        </p:spPr>
      </p:pic>
      <p:pic>
        <p:nvPicPr>
          <p:cNvPr id="19" name="!!blk_16" descr="img2/tiles/tile_r06_c0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42832" y="5413248"/>
            <a:ext cx="384048" cy="384048"/>
          </a:xfrm>
          <a:prstGeom prst="rect">
            <a:avLst/>
          </a:prstGeom>
        </p:spPr>
      </p:pic>
      <p:pic>
        <p:nvPicPr>
          <p:cNvPr id="20" name="!!blk_17" descr="img2/tiles/tile_r06_c0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26880" y="3108960"/>
            <a:ext cx="384048" cy="384048"/>
          </a:xfrm>
          <a:prstGeom prst="rect">
            <a:avLst/>
          </a:prstGeom>
        </p:spPr>
      </p:pic>
      <p:pic>
        <p:nvPicPr>
          <p:cNvPr id="21" name="!!blk_18" descr="img2/tiles/tile_r06_c1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0928" y="4261104"/>
            <a:ext cx="384048" cy="384048"/>
          </a:xfrm>
          <a:prstGeom prst="rect">
            <a:avLst/>
          </a:prstGeom>
        </p:spPr>
      </p:pic>
      <p:pic>
        <p:nvPicPr>
          <p:cNvPr id="22" name="!!blk_19" descr="img2/tiles/tile_r07_c0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63072" y="5029200"/>
            <a:ext cx="384048" cy="384048"/>
          </a:xfrm>
          <a:prstGeom prst="rect">
            <a:avLst/>
          </a:prstGeom>
        </p:spPr>
      </p:pic>
      <p:pic>
        <p:nvPicPr>
          <p:cNvPr id="23" name="!!blk_20" descr="img2/tiles/tile_r07_c0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90688" y="4261104"/>
            <a:ext cx="384048" cy="384048"/>
          </a:xfrm>
          <a:prstGeom prst="rect">
            <a:avLst/>
          </a:prstGeom>
        </p:spPr>
      </p:pic>
      <p:pic>
        <p:nvPicPr>
          <p:cNvPr id="24" name="!!blk_21" descr="img2/tiles/tile_r07_c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47120" y="3877056"/>
            <a:ext cx="384048" cy="384048"/>
          </a:xfrm>
          <a:prstGeom prst="rect">
            <a:avLst/>
          </a:prstGeom>
        </p:spPr>
      </p:pic>
      <p:pic>
        <p:nvPicPr>
          <p:cNvPr id="25" name="!!blk_22" descr="img2/tiles/tile_r07_c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79024" y="2724912"/>
            <a:ext cx="384048" cy="384048"/>
          </a:xfrm>
          <a:prstGeom prst="rect">
            <a:avLst/>
          </a:prstGeom>
        </p:spPr>
      </p:pic>
      <p:pic>
        <p:nvPicPr>
          <p:cNvPr id="26" name="!!blk_23" descr="img2/tiles/tile_r07_c0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631168" y="1188720"/>
            <a:ext cx="384048" cy="384048"/>
          </a:xfrm>
          <a:prstGeom prst="rect">
            <a:avLst/>
          </a:prstGeom>
        </p:spPr>
      </p:pic>
      <p:pic>
        <p:nvPicPr>
          <p:cNvPr id="27" name="!!blk_24" descr="img2/tiles/tile_r08_c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58784" y="1188720"/>
            <a:ext cx="384048" cy="384048"/>
          </a:xfrm>
          <a:prstGeom prst="rect">
            <a:avLst/>
          </a:prstGeom>
        </p:spPr>
      </p:pic>
      <p:pic>
        <p:nvPicPr>
          <p:cNvPr id="28" name="!!blk_25" descr="img2/tiles/tile_r08_c0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79024" y="2340864"/>
            <a:ext cx="384048" cy="384048"/>
          </a:xfrm>
          <a:prstGeom prst="rect">
            <a:avLst/>
          </a:prstGeom>
        </p:spPr>
      </p:pic>
      <p:pic>
        <p:nvPicPr>
          <p:cNvPr id="29" name="!!blk_26" descr="img2/tiles/tile_r08_c0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74736" y="2724912"/>
            <a:ext cx="384048" cy="384048"/>
          </a:xfrm>
          <a:prstGeom prst="rect">
            <a:avLst/>
          </a:prstGeom>
        </p:spPr>
      </p:pic>
      <p:pic>
        <p:nvPicPr>
          <p:cNvPr id="30" name="!!blk_27" descr="img2/tiles/tile_r08_c05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58784" y="1572768"/>
            <a:ext cx="384048" cy="384048"/>
          </a:xfrm>
          <a:prstGeom prst="rect">
            <a:avLst/>
          </a:prstGeom>
        </p:spPr>
      </p:pic>
      <p:pic>
        <p:nvPicPr>
          <p:cNvPr id="31" name="!!blk_28" descr="img2/tiles/tile_r08_c06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79024" y="3108960"/>
            <a:ext cx="384048" cy="384048"/>
          </a:xfrm>
          <a:prstGeom prst="rect">
            <a:avLst/>
          </a:prstGeom>
        </p:spPr>
      </p:pic>
      <p:pic>
        <p:nvPicPr>
          <p:cNvPr id="32" name="!!blk_29" descr="img2/tiles/tile_r08_c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74736" y="1188720"/>
            <a:ext cx="384048" cy="384048"/>
          </a:xfrm>
          <a:prstGeom prst="rect">
            <a:avLst/>
          </a:prstGeom>
        </p:spPr>
      </p:pic>
      <p:pic>
        <p:nvPicPr>
          <p:cNvPr id="33" name="!!blk_30" descr="img2/tiles/tile_r08_c0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94976" y="5413248"/>
            <a:ext cx="384048" cy="384048"/>
          </a:xfrm>
          <a:prstGeom prst="rect">
            <a:avLst/>
          </a:prstGeom>
        </p:spPr>
      </p:pic>
      <p:pic>
        <p:nvPicPr>
          <p:cNvPr id="34" name="!!blk_31" descr="img2/tiles/tile_r08_c0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94976" y="2340864"/>
            <a:ext cx="384048" cy="384048"/>
          </a:xfrm>
          <a:prstGeom prst="rect">
            <a:avLst/>
          </a:prstGeom>
        </p:spPr>
      </p:pic>
      <p:pic>
        <p:nvPicPr>
          <p:cNvPr id="35" name="!!blk_32" descr="img2/tiles/tile_r09_c00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63072" y="2340864"/>
            <a:ext cx="384048" cy="384048"/>
          </a:xfrm>
          <a:prstGeom prst="rect">
            <a:avLst/>
          </a:prstGeom>
        </p:spPr>
      </p:pic>
      <p:pic>
        <p:nvPicPr>
          <p:cNvPr id="36" name="!!blk_33" descr="img2/tiles/tile_r09_c0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094976" y="1188720"/>
            <a:ext cx="384048" cy="384048"/>
          </a:xfrm>
          <a:prstGeom prst="rect">
            <a:avLst/>
          </a:prstGeom>
        </p:spPr>
      </p:pic>
      <p:pic>
        <p:nvPicPr>
          <p:cNvPr id="37" name="!!blk_34" descr="img2/tiles/tile_r09_c04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58784" y="2724912"/>
            <a:ext cx="384048" cy="384048"/>
          </a:xfrm>
          <a:prstGeom prst="rect">
            <a:avLst/>
          </a:prstGeom>
        </p:spPr>
      </p:pic>
      <p:pic>
        <p:nvPicPr>
          <p:cNvPr id="38" name="!!blk_35" descr="img2/tiles/tile_r09_c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90688" y="3877056"/>
            <a:ext cx="384048" cy="384048"/>
          </a:xfrm>
          <a:prstGeom prst="rect">
            <a:avLst/>
          </a:prstGeom>
        </p:spPr>
      </p:pic>
      <p:pic>
        <p:nvPicPr>
          <p:cNvPr id="39" name="!!blk_36" descr="img2/tiles/tile_r09_c0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06640" y="4645152"/>
            <a:ext cx="384048" cy="384048"/>
          </a:xfrm>
          <a:prstGeom prst="rect">
            <a:avLst/>
          </a:prstGeom>
        </p:spPr>
      </p:pic>
      <p:pic>
        <p:nvPicPr>
          <p:cNvPr id="40" name="!!blk_37" descr="img2/tiles/tile_r10_c0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247120" y="3493008"/>
            <a:ext cx="384048" cy="384048"/>
          </a:xfrm>
          <a:prstGeom prst="rect">
            <a:avLst/>
          </a:prstGeom>
        </p:spPr>
      </p:pic>
      <p:pic>
        <p:nvPicPr>
          <p:cNvPr id="41" name="!!blk_38" descr="img2/tiles/tile_r10_c06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74736" y="5029200"/>
            <a:ext cx="384048" cy="384048"/>
          </a:xfrm>
          <a:prstGeom prst="rect">
            <a:avLst/>
          </a:prstGeom>
        </p:spPr>
      </p:pic>
      <p:sp>
        <p:nvSpPr>
          <p:cNvPr id="42" name="sec_num"/>
          <p:cNvSpPr txBox="1"/>
          <p:nvPr/>
        </p:nvSpPr>
        <p:spPr>
          <a:xfrm>
            <a:off x="457200" y="17373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80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pt-BR" sz="8000" dirty="0"/>
          </a:p>
        </p:txBody>
      </p:sp>
      <p:sp>
        <p:nvSpPr>
          <p:cNvPr id="43" name="!!label"/>
          <p:cNvSpPr txBox="1"/>
          <p:nvPr/>
        </p:nvSpPr>
        <p:spPr>
          <a:xfrm>
            <a:off x="457200" y="3063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Seção</a:t>
            </a:r>
            <a:endParaRPr lang="pt-BR" sz="1400" dirty="0"/>
          </a:p>
        </p:txBody>
      </p:sp>
      <p:sp>
        <p:nvSpPr>
          <p:cNvPr id="44" name="!!title"/>
          <p:cNvSpPr txBox="1"/>
          <p:nvPr/>
        </p:nvSpPr>
        <p:spPr>
          <a:xfrm>
            <a:off x="457200" y="33832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Estruture a narrativa</a:t>
            </a:r>
            <a:endParaRPr lang="pt-BR" sz="3200" dirty="0"/>
          </a:p>
        </p:txBody>
      </p:sp>
      <p:sp>
        <p:nvSpPr>
          <p:cNvPr id="45" name="sec_desc"/>
          <p:cNvSpPr txBox="1"/>
          <p:nvPr/>
        </p:nvSpPr>
        <p:spPr>
          <a:xfrm>
            <a:off x="457200" y="4297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Uma boa apresentação tem começo, meio e fim — é uma história, não um relatório.</a:t>
            </a:r>
            <a:endParaRPr lang="pt-BR" sz="16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6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nel"/>
          <p:cNvSpPr/>
          <p:nvPr/>
        </p:nvSpPr>
        <p:spPr>
          <a:xfrm>
            <a:off x="7223760" y="0"/>
            <a:ext cx="4967935" cy="6181344"/>
          </a:xfrm>
          <a:prstGeom prst="rect">
            <a:avLst/>
          </a:prstGeom>
          <a:solidFill>
            <a:srgbClr val="18576C"/>
          </a:solidFill>
          <a:ln w="12700">
            <a:solidFill>
              <a:srgbClr val="18576C"/>
            </a:solidFill>
            <a:prstDash val="solid"/>
          </a:ln>
        </p:spPr>
      </p:sp>
      <p:pic>
        <p:nvPicPr>
          <p:cNvPr id="3" name="!!blk_00" descr="img2/tiles/tile_r01_c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493008"/>
            <a:ext cx="384048" cy="384048"/>
          </a:xfrm>
          <a:prstGeom prst="rect">
            <a:avLst/>
          </a:prstGeom>
        </p:spPr>
      </p:pic>
      <p:pic>
        <p:nvPicPr>
          <p:cNvPr id="4" name="!!blk_01" descr="img2/tiles/tile_r01_c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4261104"/>
            <a:ext cx="384048" cy="384048"/>
          </a:xfrm>
          <a:prstGeom prst="rect">
            <a:avLst/>
          </a:prstGeom>
        </p:spPr>
      </p:pic>
      <p:pic>
        <p:nvPicPr>
          <p:cNvPr id="5" name="!!blk_02" descr="img2/tiles/tile_r03_c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1572768"/>
            <a:ext cx="384048" cy="384048"/>
          </a:xfrm>
          <a:prstGeom prst="rect">
            <a:avLst/>
          </a:prstGeom>
        </p:spPr>
      </p:pic>
      <p:pic>
        <p:nvPicPr>
          <p:cNvPr id="6" name="!!blk_03" descr="img2/tiles/tile_r03_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029200"/>
            <a:ext cx="384048" cy="384048"/>
          </a:xfrm>
          <a:prstGeom prst="rect">
            <a:avLst/>
          </a:prstGeom>
        </p:spPr>
      </p:pic>
      <p:pic>
        <p:nvPicPr>
          <p:cNvPr id="7" name="!!blk_04" descr="img2/tiles/tile_r04_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3108960"/>
            <a:ext cx="384048" cy="384048"/>
          </a:xfrm>
          <a:prstGeom prst="rect">
            <a:avLst/>
          </a:prstGeom>
        </p:spPr>
      </p:pic>
      <p:pic>
        <p:nvPicPr>
          <p:cNvPr id="8" name="!!blk_05" descr="img2/tiles/tile_r04_c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832" y="3877056"/>
            <a:ext cx="384048" cy="384048"/>
          </a:xfrm>
          <a:prstGeom prst="rect">
            <a:avLst/>
          </a:prstGeom>
        </p:spPr>
      </p:pic>
      <p:pic>
        <p:nvPicPr>
          <p:cNvPr id="9" name="!!blk_06" descr="img2/tiles/tile_r04_c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1572768"/>
            <a:ext cx="384048" cy="384048"/>
          </a:xfrm>
          <a:prstGeom prst="rect">
            <a:avLst/>
          </a:prstGeom>
        </p:spPr>
      </p:pic>
      <p:pic>
        <p:nvPicPr>
          <p:cNvPr id="10" name="!!blk_07" descr="img2/tiles/tile_r04_c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1956816"/>
            <a:ext cx="384048" cy="384048"/>
          </a:xfrm>
          <a:prstGeom prst="rect">
            <a:avLst/>
          </a:prstGeom>
        </p:spPr>
      </p:pic>
      <p:pic>
        <p:nvPicPr>
          <p:cNvPr id="11" name="!!blk_08" descr="img2/tiles/tile_r05_c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0688" y="3108960"/>
            <a:ext cx="384048" cy="384048"/>
          </a:xfrm>
          <a:prstGeom prst="rect">
            <a:avLst/>
          </a:prstGeom>
        </p:spPr>
      </p:pic>
      <p:pic>
        <p:nvPicPr>
          <p:cNvPr id="12" name="!!blk_09" descr="img2/tiles/tile_r05_c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736" y="3493008"/>
            <a:ext cx="384048" cy="384048"/>
          </a:xfrm>
          <a:prstGeom prst="rect">
            <a:avLst/>
          </a:prstGeom>
        </p:spPr>
      </p:pic>
      <p:pic>
        <p:nvPicPr>
          <p:cNvPr id="13" name="!!blk_10" descr="img2/tiles/tile_r05_c0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9024" y="1956816"/>
            <a:ext cx="384048" cy="384048"/>
          </a:xfrm>
          <a:prstGeom prst="rect">
            <a:avLst/>
          </a:prstGeom>
        </p:spPr>
      </p:pic>
      <p:pic>
        <p:nvPicPr>
          <p:cNvPr id="14" name="!!blk_11" descr="img2/tiles/tile_r05_c0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6880" y="4645152"/>
            <a:ext cx="384048" cy="384048"/>
          </a:xfrm>
          <a:prstGeom prst="rect">
            <a:avLst/>
          </a:prstGeom>
        </p:spPr>
      </p:pic>
      <p:pic>
        <p:nvPicPr>
          <p:cNvPr id="15" name="!!blk_12" descr="img2/tiles/tile_r05_c0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42832" y="1956816"/>
            <a:ext cx="384048" cy="384048"/>
          </a:xfrm>
          <a:prstGeom prst="rect">
            <a:avLst/>
          </a:prstGeom>
        </p:spPr>
      </p:pic>
      <p:pic>
        <p:nvPicPr>
          <p:cNvPr id="16" name="!!blk_13" descr="img2/tiles/tile_r06_c0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4736" y="5413248"/>
            <a:ext cx="384048" cy="384048"/>
          </a:xfrm>
          <a:prstGeom prst="rect">
            <a:avLst/>
          </a:prstGeom>
        </p:spPr>
      </p:pic>
      <p:pic>
        <p:nvPicPr>
          <p:cNvPr id="17" name="!!blk_14" descr="img2/tiles/tile_r06_c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6880" y="1956816"/>
            <a:ext cx="384048" cy="384048"/>
          </a:xfrm>
          <a:prstGeom prst="rect">
            <a:avLst/>
          </a:prstGeom>
        </p:spPr>
      </p:pic>
      <p:pic>
        <p:nvPicPr>
          <p:cNvPr id="18" name="!!blk_15" descr="img2/tiles/tile_r06_c0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31168" y="4261104"/>
            <a:ext cx="384048" cy="384048"/>
          </a:xfrm>
          <a:prstGeom prst="rect">
            <a:avLst/>
          </a:prstGeom>
        </p:spPr>
      </p:pic>
      <p:pic>
        <p:nvPicPr>
          <p:cNvPr id="19" name="!!blk_16" descr="img2/tiles/tile_r06_c0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42832" y="5413248"/>
            <a:ext cx="384048" cy="384048"/>
          </a:xfrm>
          <a:prstGeom prst="rect">
            <a:avLst/>
          </a:prstGeom>
        </p:spPr>
      </p:pic>
      <p:pic>
        <p:nvPicPr>
          <p:cNvPr id="20" name="!!blk_17" descr="img2/tiles/tile_r06_c0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26880" y="3108960"/>
            <a:ext cx="384048" cy="384048"/>
          </a:xfrm>
          <a:prstGeom prst="rect">
            <a:avLst/>
          </a:prstGeom>
        </p:spPr>
      </p:pic>
      <p:pic>
        <p:nvPicPr>
          <p:cNvPr id="21" name="!!blk_18" descr="img2/tiles/tile_r06_c1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0928" y="4261104"/>
            <a:ext cx="384048" cy="384048"/>
          </a:xfrm>
          <a:prstGeom prst="rect">
            <a:avLst/>
          </a:prstGeom>
        </p:spPr>
      </p:pic>
      <p:pic>
        <p:nvPicPr>
          <p:cNvPr id="22" name="!!blk_19" descr="img2/tiles/tile_r07_c0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63072" y="5029200"/>
            <a:ext cx="384048" cy="384048"/>
          </a:xfrm>
          <a:prstGeom prst="rect">
            <a:avLst/>
          </a:prstGeom>
        </p:spPr>
      </p:pic>
      <p:pic>
        <p:nvPicPr>
          <p:cNvPr id="23" name="!!blk_20" descr="img2/tiles/tile_r07_c0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90688" y="4261104"/>
            <a:ext cx="384048" cy="384048"/>
          </a:xfrm>
          <a:prstGeom prst="rect">
            <a:avLst/>
          </a:prstGeom>
        </p:spPr>
      </p:pic>
      <p:pic>
        <p:nvPicPr>
          <p:cNvPr id="24" name="!!blk_21" descr="img2/tiles/tile_r07_c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47120" y="3877056"/>
            <a:ext cx="384048" cy="384048"/>
          </a:xfrm>
          <a:prstGeom prst="rect">
            <a:avLst/>
          </a:prstGeom>
        </p:spPr>
      </p:pic>
      <p:pic>
        <p:nvPicPr>
          <p:cNvPr id="25" name="!!blk_22" descr="img2/tiles/tile_r07_c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79024" y="2724912"/>
            <a:ext cx="384048" cy="384048"/>
          </a:xfrm>
          <a:prstGeom prst="rect">
            <a:avLst/>
          </a:prstGeom>
        </p:spPr>
      </p:pic>
      <p:pic>
        <p:nvPicPr>
          <p:cNvPr id="26" name="!!blk_23" descr="img2/tiles/tile_r07_c0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631168" y="1188720"/>
            <a:ext cx="384048" cy="384048"/>
          </a:xfrm>
          <a:prstGeom prst="rect">
            <a:avLst/>
          </a:prstGeom>
        </p:spPr>
      </p:pic>
      <p:pic>
        <p:nvPicPr>
          <p:cNvPr id="27" name="!!blk_24" descr="img2/tiles/tile_r08_c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58784" y="1188720"/>
            <a:ext cx="384048" cy="384048"/>
          </a:xfrm>
          <a:prstGeom prst="rect">
            <a:avLst/>
          </a:prstGeom>
        </p:spPr>
      </p:pic>
      <p:pic>
        <p:nvPicPr>
          <p:cNvPr id="28" name="!!blk_25" descr="img2/tiles/tile_r08_c0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79024" y="2340864"/>
            <a:ext cx="384048" cy="384048"/>
          </a:xfrm>
          <a:prstGeom prst="rect">
            <a:avLst/>
          </a:prstGeom>
        </p:spPr>
      </p:pic>
      <p:pic>
        <p:nvPicPr>
          <p:cNvPr id="29" name="!!blk_26" descr="img2/tiles/tile_r08_c0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74736" y="2724912"/>
            <a:ext cx="384048" cy="384048"/>
          </a:xfrm>
          <a:prstGeom prst="rect">
            <a:avLst/>
          </a:prstGeom>
        </p:spPr>
      </p:pic>
      <p:pic>
        <p:nvPicPr>
          <p:cNvPr id="30" name="!!blk_27" descr="img2/tiles/tile_r08_c05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58784" y="1572768"/>
            <a:ext cx="384048" cy="384048"/>
          </a:xfrm>
          <a:prstGeom prst="rect">
            <a:avLst/>
          </a:prstGeom>
        </p:spPr>
      </p:pic>
      <p:pic>
        <p:nvPicPr>
          <p:cNvPr id="31" name="!!blk_28" descr="img2/tiles/tile_r08_c06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79024" y="3108960"/>
            <a:ext cx="384048" cy="384048"/>
          </a:xfrm>
          <a:prstGeom prst="rect">
            <a:avLst/>
          </a:prstGeom>
        </p:spPr>
      </p:pic>
      <p:pic>
        <p:nvPicPr>
          <p:cNvPr id="32" name="!!blk_29" descr="img2/tiles/tile_r08_c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74736" y="1188720"/>
            <a:ext cx="384048" cy="384048"/>
          </a:xfrm>
          <a:prstGeom prst="rect">
            <a:avLst/>
          </a:prstGeom>
        </p:spPr>
      </p:pic>
      <p:pic>
        <p:nvPicPr>
          <p:cNvPr id="33" name="!!blk_30" descr="img2/tiles/tile_r08_c0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94976" y="5413248"/>
            <a:ext cx="384048" cy="384048"/>
          </a:xfrm>
          <a:prstGeom prst="rect">
            <a:avLst/>
          </a:prstGeom>
        </p:spPr>
      </p:pic>
      <p:pic>
        <p:nvPicPr>
          <p:cNvPr id="34" name="!!blk_31" descr="img2/tiles/tile_r08_c0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94976" y="2340864"/>
            <a:ext cx="384048" cy="384048"/>
          </a:xfrm>
          <a:prstGeom prst="rect">
            <a:avLst/>
          </a:prstGeom>
        </p:spPr>
      </p:pic>
      <p:pic>
        <p:nvPicPr>
          <p:cNvPr id="35" name="!!blk_32" descr="img2/tiles/tile_r09_c00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63072" y="2340864"/>
            <a:ext cx="384048" cy="384048"/>
          </a:xfrm>
          <a:prstGeom prst="rect">
            <a:avLst/>
          </a:prstGeom>
        </p:spPr>
      </p:pic>
      <p:pic>
        <p:nvPicPr>
          <p:cNvPr id="36" name="!!blk_33" descr="img2/tiles/tile_r09_c0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094976" y="1188720"/>
            <a:ext cx="384048" cy="384048"/>
          </a:xfrm>
          <a:prstGeom prst="rect">
            <a:avLst/>
          </a:prstGeom>
        </p:spPr>
      </p:pic>
      <p:pic>
        <p:nvPicPr>
          <p:cNvPr id="37" name="!!blk_34" descr="img2/tiles/tile_r09_c04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58784" y="2724912"/>
            <a:ext cx="384048" cy="384048"/>
          </a:xfrm>
          <a:prstGeom prst="rect">
            <a:avLst/>
          </a:prstGeom>
        </p:spPr>
      </p:pic>
      <p:pic>
        <p:nvPicPr>
          <p:cNvPr id="38" name="!!blk_35" descr="img2/tiles/tile_r09_c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90688" y="3877056"/>
            <a:ext cx="384048" cy="384048"/>
          </a:xfrm>
          <a:prstGeom prst="rect">
            <a:avLst/>
          </a:prstGeom>
        </p:spPr>
      </p:pic>
      <p:pic>
        <p:nvPicPr>
          <p:cNvPr id="39" name="!!blk_36" descr="img2/tiles/tile_r09_c0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06640" y="4645152"/>
            <a:ext cx="384048" cy="384048"/>
          </a:xfrm>
          <a:prstGeom prst="rect">
            <a:avLst/>
          </a:prstGeom>
        </p:spPr>
      </p:pic>
      <p:pic>
        <p:nvPicPr>
          <p:cNvPr id="40" name="!!blk_37" descr="img2/tiles/tile_r10_c0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247120" y="3493008"/>
            <a:ext cx="384048" cy="384048"/>
          </a:xfrm>
          <a:prstGeom prst="rect">
            <a:avLst/>
          </a:prstGeom>
        </p:spPr>
      </p:pic>
      <p:pic>
        <p:nvPicPr>
          <p:cNvPr id="41" name="!!blk_38" descr="img2/tiles/tile_r10_c06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74736" y="5029200"/>
            <a:ext cx="384048" cy="384048"/>
          </a:xfrm>
          <a:prstGeom prst="rect">
            <a:avLst/>
          </a:prstGeom>
        </p:spPr>
      </p:pic>
      <p:sp>
        <p:nvSpPr>
          <p:cNvPr id="42" name="sec_num"/>
          <p:cNvSpPr txBox="1"/>
          <p:nvPr/>
        </p:nvSpPr>
        <p:spPr>
          <a:xfrm>
            <a:off x="457200" y="17373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80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pt-BR" sz="8000" dirty="0"/>
          </a:p>
        </p:txBody>
      </p:sp>
      <p:sp>
        <p:nvSpPr>
          <p:cNvPr id="43" name="!!label"/>
          <p:cNvSpPr txBox="1"/>
          <p:nvPr/>
        </p:nvSpPr>
        <p:spPr>
          <a:xfrm>
            <a:off x="457200" y="3063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Seção</a:t>
            </a:r>
            <a:endParaRPr lang="pt-BR" sz="1400" dirty="0"/>
          </a:p>
        </p:txBody>
      </p:sp>
      <p:sp>
        <p:nvSpPr>
          <p:cNvPr id="44" name="!!title"/>
          <p:cNvSpPr txBox="1"/>
          <p:nvPr/>
        </p:nvSpPr>
        <p:spPr>
          <a:xfrm>
            <a:off x="457200" y="33832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Menos é mais</a:t>
            </a:r>
            <a:endParaRPr lang="pt-BR" sz="3200" dirty="0"/>
          </a:p>
        </p:txBody>
      </p:sp>
      <p:sp>
        <p:nvSpPr>
          <p:cNvPr id="45" name="sec_desc"/>
          <p:cNvSpPr txBox="1"/>
          <p:nvPr/>
        </p:nvSpPr>
        <p:spPr>
          <a:xfrm>
            <a:off x="457200" y="4297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Cada elemento na tela disputa atenção. Tire tudo o que não sustenta a mensagem.</a:t>
            </a:r>
            <a:endParaRPr lang="pt-BR" sz="16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9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nel"/>
          <p:cNvSpPr/>
          <p:nvPr/>
        </p:nvSpPr>
        <p:spPr>
          <a:xfrm>
            <a:off x="7223760" y="0"/>
            <a:ext cx="4967935" cy="6181344"/>
          </a:xfrm>
          <a:prstGeom prst="rect">
            <a:avLst/>
          </a:prstGeom>
          <a:solidFill>
            <a:srgbClr val="18576C"/>
          </a:solidFill>
          <a:ln w="12700">
            <a:solidFill>
              <a:srgbClr val="18576C"/>
            </a:solidFill>
            <a:prstDash val="solid"/>
          </a:ln>
        </p:spPr>
      </p:sp>
      <p:pic>
        <p:nvPicPr>
          <p:cNvPr id="3" name="!!blk_00" descr="img2/tiles/tile_r01_c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493008"/>
            <a:ext cx="384048" cy="384048"/>
          </a:xfrm>
          <a:prstGeom prst="rect">
            <a:avLst/>
          </a:prstGeom>
        </p:spPr>
      </p:pic>
      <p:pic>
        <p:nvPicPr>
          <p:cNvPr id="4" name="!!blk_01" descr="img2/tiles/tile_r01_c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4261104"/>
            <a:ext cx="384048" cy="384048"/>
          </a:xfrm>
          <a:prstGeom prst="rect">
            <a:avLst/>
          </a:prstGeom>
        </p:spPr>
      </p:pic>
      <p:pic>
        <p:nvPicPr>
          <p:cNvPr id="5" name="!!blk_02" descr="img2/tiles/tile_r03_c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1572768"/>
            <a:ext cx="384048" cy="384048"/>
          </a:xfrm>
          <a:prstGeom prst="rect">
            <a:avLst/>
          </a:prstGeom>
        </p:spPr>
      </p:pic>
      <p:pic>
        <p:nvPicPr>
          <p:cNvPr id="6" name="!!blk_03" descr="img2/tiles/tile_r03_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029200"/>
            <a:ext cx="384048" cy="384048"/>
          </a:xfrm>
          <a:prstGeom prst="rect">
            <a:avLst/>
          </a:prstGeom>
        </p:spPr>
      </p:pic>
      <p:pic>
        <p:nvPicPr>
          <p:cNvPr id="7" name="!!blk_04" descr="img2/tiles/tile_r04_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3108960"/>
            <a:ext cx="384048" cy="384048"/>
          </a:xfrm>
          <a:prstGeom prst="rect">
            <a:avLst/>
          </a:prstGeom>
        </p:spPr>
      </p:pic>
      <p:pic>
        <p:nvPicPr>
          <p:cNvPr id="8" name="!!blk_05" descr="img2/tiles/tile_r04_c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832" y="3877056"/>
            <a:ext cx="384048" cy="384048"/>
          </a:xfrm>
          <a:prstGeom prst="rect">
            <a:avLst/>
          </a:prstGeom>
        </p:spPr>
      </p:pic>
      <p:pic>
        <p:nvPicPr>
          <p:cNvPr id="9" name="!!blk_06" descr="img2/tiles/tile_r04_c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1572768"/>
            <a:ext cx="384048" cy="384048"/>
          </a:xfrm>
          <a:prstGeom prst="rect">
            <a:avLst/>
          </a:prstGeom>
        </p:spPr>
      </p:pic>
      <p:pic>
        <p:nvPicPr>
          <p:cNvPr id="10" name="!!blk_07" descr="img2/tiles/tile_r04_c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1956816"/>
            <a:ext cx="384048" cy="384048"/>
          </a:xfrm>
          <a:prstGeom prst="rect">
            <a:avLst/>
          </a:prstGeom>
        </p:spPr>
      </p:pic>
      <p:pic>
        <p:nvPicPr>
          <p:cNvPr id="11" name="!!blk_08" descr="img2/tiles/tile_r05_c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0688" y="3108960"/>
            <a:ext cx="384048" cy="384048"/>
          </a:xfrm>
          <a:prstGeom prst="rect">
            <a:avLst/>
          </a:prstGeom>
        </p:spPr>
      </p:pic>
      <p:pic>
        <p:nvPicPr>
          <p:cNvPr id="12" name="!!blk_09" descr="img2/tiles/tile_r05_c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736" y="3493008"/>
            <a:ext cx="384048" cy="384048"/>
          </a:xfrm>
          <a:prstGeom prst="rect">
            <a:avLst/>
          </a:prstGeom>
        </p:spPr>
      </p:pic>
      <p:pic>
        <p:nvPicPr>
          <p:cNvPr id="13" name="!!blk_10" descr="img2/tiles/tile_r05_c0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9024" y="1956816"/>
            <a:ext cx="384048" cy="384048"/>
          </a:xfrm>
          <a:prstGeom prst="rect">
            <a:avLst/>
          </a:prstGeom>
        </p:spPr>
      </p:pic>
      <p:pic>
        <p:nvPicPr>
          <p:cNvPr id="14" name="!!blk_11" descr="img2/tiles/tile_r05_c0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6880" y="4645152"/>
            <a:ext cx="384048" cy="384048"/>
          </a:xfrm>
          <a:prstGeom prst="rect">
            <a:avLst/>
          </a:prstGeom>
        </p:spPr>
      </p:pic>
      <p:pic>
        <p:nvPicPr>
          <p:cNvPr id="15" name="!!blk_12" descr="img2/tiles/tile_r05_c0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42832" y="1956816"/>
            <a:ext cx="384048" cy="384048"/>
          </a:xfrm>
          <a:prstGeom prst="rect">
            <a:avLst/>
          </a:prstGeom>
        </p:spPr>
      </p:pic>
      <p:pic>
        <p:nvPicPr>
          <p:cNvPr id="16" name="!!blk_13" descr="img2/tiles/tile_r06_c0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4736" y="5413248"/>
            <a:ext cx="384048" cy="384048"/>
          </a:xfrm>
          <a:prstGeom prst="rect">
            <a:avLst/>
          </a:prstGeom>
        </p:spPr>
      </p:pic>
      <p:pic>
        <p:nvPicPr>
          <p:cNvPr id="17" name="!!blk_14" descr="img2/tiles/tile_r06_c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6880" y="1956816"/>
            <a:ext cx="384048" cy="384048"/>
          </a:xfrm>
          <a:prstGeom prst="rect">
            <a:avLst/>
          </a:prstGeom>
        </p:spPr>
      </p:pic>
      <p:pic>
        <p:nvPicPr>
          <p:cNvPr id="18" name="!!blk_15" descr="img2/tiles/tile_r06_c0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31168" y="4261104"/>
            <a:ext cx="384048" cy="384048"/>
          </a:xfrm>
          <a:prstGeom prst="rect">
            <a:avLst/>
          </a:prstGeom>
        </p:spPr>
      </p:pic>
      <p:pic>
        <p:nvPicPr>
          <p:cNvPr id="19" name="!!blk_16" descr="img2/tiles/tile_r06_c0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42832" y="5413248"/>
            <a:ext cx="384048" cy="384048"/>
          </a:xfrm>
          <a:prstGeom prst="rect">
            <a:avLst/>
          </a:prstGeom>
        </p:spPr>
      </p:pic>
      <p:pic>
        <p:nvPicPr>
          <p:cNvPr id="20" name="!!blk_17" descr="img2/tiles/tile_r06_c0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26880" y="3108960"/>
            <a:ext cx="384048" cy="384048"/>
          </a:xfrm>
          <a:prstGeom prst="rect">
            <a:avLst/>
          </a:prstGeom>
        </p:spPr>
      </p:pic>
      <p:pic>
        <p:nvPicPr>
          <p:cNvPr id="21" name="!!blk_18" descr="img2/tiles/tile_r06_c1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0928" y="4261104"/>
            <a:ext cx="384048" cy="384048"/>
          </a:xfrm>
          <a:prstGeom prst="rect">
            <a:avLst/>
          </a:prstGeom>
        </p:spPr>
      </p:pic>
      <p:pic>
        <p:nvPicPr>
          <p:cNvPr id="22" name="!!blk_19" descr="img2/tiles/tile_r07_c0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63072" y="5029200"/>
            <a:ext cx="384048" cy="384048"/>
          </a:xfrm>
          <a:prstGeom prst="rect">
            <a:avLst/>
          </a:prstGeom>
        </p:spPr>
      </p:pic>
      <p:pic>
        <p:nvPicPr>
          <p:cNvPr id="23" name="!!blk_20" descr="img2/tiles/tile_r07_c0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90688" y="4261104"/>
            <a:ext cx="384048" cy="384048"/>
          </a:xfrm>
          <a:prstGeom prst="rect">
            <a:avLst/>
          </a:prstGeom>
        </p:spPr>
      </p:pic>
      <p:pic>
        <p:nvPicPr>
          <p:cNvPr id="24" name="!!blk_21" descr="img2/tiles/tile_r07_c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47120" y="3877056"/>
            <a:ext cx="384048" cy="384048"/>
          </a:xfrm>
          <a:prstGeom prst="rect">
            <a:avLst/>
          </a:prstGeom>
        </p:spPr>
      </p:pic>
      <p:pic>
        <p:nvPicPr>
          <p:cNvPr id="25" name="!!blk_22" descr="img2/tiles/tile_r07_c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79024" y="2724912"/>
            <a:ext cx="384048" cy="384048"/>
          </a:xfrm>
          <a:prstGeom prst="rect">
            <a:avLst/>
          </a:prstGeom>
        </p:spPr>
      </p:pic>
      <p:pic>
        <p:nvPicPr>
          <p:cNvPr id="26" name="!!blk_23" descr="img2/tiles/tile_r07_c0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631168" y="1188720"/>
            <a:ext cx="384048" cy="384048"/>
          </a:xfrm>
          <a:prstGeom prst="rect">
            <a:avLst/>
          </a:prstGeom>
        </p:spPr>
      </p:pic>
      <p:pic>
        <p:nvPicPr>
          <p:cNvPr id="27" name="!!blk_24" descr="img2/tiles/tile_r08_c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58784" y="1188720"/>
            <a:ext cx="384048" cy="384048"/>
          </a:xfrm>
          <a:prstGeom prst="rect">
            <a:avLst/>
          </a:prstGeom>
        </p:spPr>
      </p:pic>
      <p:pic>
        <p:nvPicPr>
          <p:cNvPr id="28" name="!!blk_25" descr="img2/tiles/tile_r08_c0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79024" y="2340864"/>
            <a:ext cx="384048" cy="384048"/>
          </a:xfrm>
          <a:prstGeom prst="rect">
            <a:avLst/>
          </a:prstGeom>
        </p:spPr>
      </p:pic>
      <p:pic>
        <p:nvPicPr>
          <p:cNvPr id="29" name="!!blk_26" descr="img2/tiles/tile_r08_c0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74736" y="2724912"/>
            <a:ext cx="384048" cy="384048"/>
          </a:xfrm>
          <a:prstGeom prst="rect">
            <a:avLst/>
          </a:prstGeom>
        </p:spPr>
      </p:pic>
      <p:pic>
        <p:nvPicPr>
          <p:cNvPr id="30" name="!!blk_27" descr="img2/tiles/tile_r08_c05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58784" y="1572768"/>
            <a:ext cx="384048" cy="384048"/>
          </a:xfrm>
          <a:prstGeom prst="rect">
            <a:avLst/>
          </a:prstGeom>
        </p:spPr>
      </p:pic>
      <p:pic>
        <p:nvPicPr>
          <p:cNvPr id="31" name="!!blk_28" descr="img2/tiles/tile_r08_c06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79024" y="3108960"/>
            <a:ext cx="384048" cy="384048"/>
          </a:xfrm>
          <a:prstGeom prst="rect">
            <a:avLst/>
          </a:prstGeom>
        </p:spPr>
      </p:pic>
      <p:pic>
        <p:nvPicPr>
          <p:cNvPr id="32" name="!!blk_29" descr="img2/tiles/tile_r08_c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74736" y="1188720"/>
            <a:ext cx="384048" cy="384048"/>
          </a:xfrm>
          <a:prstGeom prst="rect">
            <a:avLst/>
          </a:prstGeom>
        </p:spPr>
      </p:pic>
      <p:pic>
        <p:nvPicPr>
          <p:cNvPr id="33" name="!!blk_30" descr="img2/tiles/tile_r08_c0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94976" y="5413248"/>
            <a:ext cx="384048" cy="384048"/>
          </a:xfrm>
          <a:prstGeom prst="rect">
            <a:avLst/>
          </a:prstGeom>
        </p:spPr>
      </p:pic>
      <p:pic>
        <p:nvPicPr>
          <p:cNvPr id="34" name="!!blk_31" descr="img2/tiles/tile_r08_c0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94976" y="2340864"/>
            <a:ext cx="384048" cy="384048"/>
          </a:xfrm>
          <a:prstGeom prst="rect">
            <a:avLst/>
          </a:prstGeom>
        </p:spPr>
      </p:pic>
      <p:pic>
        <p:nvPicPr>
          <p:cNvPr id="35" name="!!blk_32" descr="img2/tiles/tile_r09_c00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63072" y="2340864"/>
            <a:ext cx="384048" cy="384048"/>
          </a:xfrm>
          <a:prstGeom prst="rect">
            <a:avLst/>
          </a:prstGeom>
        </p:spPr>
      </p:pic>
      <p:pic>
        <p:nvPicPr>
          <p:cNvPr id="36" name="!!blk_33" descr="img2/tiles/tile_r09_c0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094976" y="1188720"/>
            <a:ext cx="384048" cy="384048"/>
          </a:xfrm>
          <a:prstGeom prst="rect">
            <a:avLst/>
          </a:prstGeom>
        </p:spPr>
      </p:pic>
      <p:pic>
        <p:nvPicPr>
          <p:cNvPr id="37" name="!!blk_34" descr="img2/tiles/tile_r09_c04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58784" y="2724912"/>
            <a:ext cx="384048" cy="384048"/>
          </a:xfrm>
          <a:prstGeom prst="rect">
            <a:avLst/>
          </a:prstGeom>
        </p:spPr>
      </p:pic>
      <p:pic>
        <p:nvPicPr>
          <p:cNvPr id="38" name="!!blk_35" descr="img2/tiles/tile_r09_c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90688" y="3877056"/>
            <a:ext cx="384048" cy="384048"/>
          </a:xfrm>
          <a:prstGeom prst="rect">
            <a:avLst/>
          </a:prstGeom>
        </p:spPr>
      </p:pic>
      <p:pic>
        <p:nvPicPr>
          <p:cNvPr id="39" name="!!blk_36" descr="img2/tiles/tile_r09_c0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06640" y="4645152"/>
            <a:ext cx="384048" cy="384048"/>
          </a:xfrm>
          <a:prstGeom prst="rect">
            <a:avLst/>
          </a:prstGeom>
        </p:spPr>
      </p:pic>
      <p:pic>
        <p:nvPicPr>
          <p:cNvPr id="40" name="!!blk_37" descr="img2/tiles/tile_r10_c0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247120" y="3493008"/>
            <a:ext cx="384048" cy="384048"/>
          </a:xfrm>
          <a:prstGeom prst="rect">
            <a:avLst/>
          </a:prstGeom>
        </p:spPr>
      </p:pic>
      <p:pic>
        <p:nvPicPr>
          <p:cNvPr id="41" name="!!blk_38" descr="img2/tiles/tile_r10_c06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74736" y="5029200"/>
            <a:ext cx="384048" cy="384048"/>
          </a:xfrm>
          <a:prstGeom prst="rect">
            <a:avLst/>
          </a:prstGeom>
        </p:spPr>
      </p:pic>
      <p:sp>
        <p:nvSpPr>
          <p:cNvPr id="42" name="sec_num"/>
          <p:cNvSpPr txBox="1"/>
          <p:nvPr/>
        </p:nvSpPr>
        <p:spPr>
          <a:xfrm>
            <a:off x="457200" y="17373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80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pt-BR" sz="8000" dirty="0"/>
          </a:p>
        </p:txBody>
      </p:sp>
      <p:sp>
        <p:nvSpPr>
          <p:cNvPr id="43" name="!!label"/>
          <p:cNvSpPr txBox="1"/>
          <p:nvPr/>
        </p:nvSpPr>
        <p:spPr>
          <a:xfrm>
            <a:off x="457200" y="3063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Seção</a:t>
            </a:r>
            <a:endParaRPr lang="pt-BR" sz="1400" dirty="0"/>
          </a:p>
        </p:txBody>
      </p:sp>
      <p:sp>
        <p:nvSpPr>
          <p:cNvPr id="44" name="!!title"/>
          <p:cNvSpPr txBox="1"/>
          <p:nvPr/>
        </p:nvSpPr>
        <p:spPr>
          <a:xfrm>
            <a:off x="457200" y="33832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 que ajuda a ler</a:t>
            </a:r>
            <a:endParaRPr lang="pt-BR" sz="3200" dirty="0"/>
          </a:p>
        </p:txBody>
      </p:sp>
      <p:sp>
        <p:nvSpPr>
          <p:cNvPr id="45" name="sec_desc"/>
          <p:cNvSpPr txBox="1"/>
          <p:nvPr/>
        </p:nvSpPr>
        <p:spPr>
          <a:xfrm>
            <a:off x="457200" y="4297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Design não é decoração: é guiar o olho do público para o que importa, na ordem certa.</a:t>
            </a:r>
            <a:endParaRPr lang="pt-BR" sz="16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12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nel"/>
          <p:cNvSpPr/>
          <p:nvPr/>
        </p:nvSpPr>
        <p:spPr>
          <a:xfrm>
            <a:off x="7223760" y="0"/>
            <a:ext cx="4967935" cy="6181344"/>
          </a:xfrm>
          <a:prstGeom prst="rect">
            <a:avLst/>
          </a:prstGeom>
          <a:solidFill>
            <a:srgbClr val="18576C"/>
          </a:solidFill>
          <a:ln w="12700">
            <a:solidFill>
              <a:srgbClr val="18576C"/>
            </a:solidFill>
            <a:prstDash val="solid"/>
          </a:ln>
        </p:spPr>
      </p:sp>
      <p:pic>
        <p:nvPicPr>
          <p:cNvPr id="3" name="!!blk_00" descr="img2/tiles/tile_r01_c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493008"/>
            <a:ext cx="384048" cy="384048"/>
          </a:xfrm>
          <a:prstGeom prst="rect">
            <a:avLst/>
          </a:prstGeom>
        </p:spPr>
      </p:pic>
      <p:pic>
        <p:nvPicPr>
          <p:cNvPr id="4" name="!!blk_01" descr="img2/tiles/tile_r01_c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4261104"/>
            <a:ext cx="384048" cy="384048"/>
          </a:xfrm>
          <a:prstGeom prst="rect">
            <a:avLst/>
          </a:prstGeom>
        </p:spPr>
      </p:pic>
      <p:pic>
        <p:nvPicPr>
          <p:cNvPr id="5" name="!!blk_02" descr="img2/tiles/tile_r03_c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1572768"/>
            <a:ext cx="384048" cy="384048"/>
          </a:xfrm>
          <a:prstGeom prst="rect">
            <a:avLst/>
          </a:prstGeom>
        </p:spPr>
      </p:pic>
      <p:pic>
        <p:nvPicPr>
          <p:cNvPr id="6" name="!!blk_03" descr="img2/tiles/tile_r03_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029200"/>
            <a:ext cx="384048" cy="384048"/>
          </a:xfrm>
          <a:prstGeom prst="rect">
            <a:avLst/>
          </a:prstGeom>
        </p:spPr>
      </p:pic>
      <p:pic>
        <p:nvPicPr>
          <p:cNvPr id="7" name="!!blk_04" descr="img2/tiles/tile_r04_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3108960"/>
            <a:ext cx="384048" cy="384048"/>
          </a:xfrm>
          <a:prstGeom prst="rect">
            <a:avLst/>
          </a:prstGeom>
        </p:spPr>
      </p:pic>
      <p:pic>
        <p:nvPicPr>
          <p:cNvPr id="8" name="!!blk_05" descr="img2/tiles/tile_r04_c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832" y="3877056"/>
            <a:ext cx="384048" cy="384048"/>
          </a:xfrm>
          <a:prstGeom prst="rect">
            <a:avLst/>
          </a:prstGeom>
        </p:spPr>
      </p:pic>
      <p:pic>
        <p:nvPicPr>
          <p:cNvPr id="9" name="!!blk_06" descr="img2/tiles/tile_r04_c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1572768"/>
            <a:ext cx="384048" cy="384048"/>
          </a:xfrm>
          <a:prstGeom prst="rect">
            <a:avLst/>
          </a:prstGeom>
        </p:spPr>
      </p:pic>
      <p:pic>
        <p:nvPicPr>
          <p:cNvPr id="10" name="!!blk_07" descr="img2/tiles/tile_r04_c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1956816"/>
            <a:ext cx="384048" cy="384048"/>
          </a:xfrm>
          <a:prstGeom prst="rect">
            <a:avLst/>
          </a:prstGeom>
        </p:spPr>
      </p:pic>
      <p:pic>
        <p:nvPicPr>
          <p:cNvPr id="11" name="!!blk_08" descr="img2/tiles/tile_r05_c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0688" y="3108960"/>
            <a:ext cx="384048" cy="384048"/>
          </a:xfrm>
          <a:prstGeom prst="rect">
            <a:avLst/>
          </a:prstGeom>
        </p:spPr>
      </p:pic>
      <p:pic>
        <p:nvPicPr>
          <p:cNvPr id="12" name="!!blk_09" descr="img2/tiles/tile_r05_c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736" y="3493008"/>
            <a:ext cx="384048" cy="384048"/>
          </a:xfrm>
          <a:prstGeom prst="rect">
            <a:avLst/>
          </a:prstGeom>
        </p:spPr>
      </p:pic>
      <p:pic>
        <p:nvPicPr>
          <p:cNvPr id="13" name="!!blk_10" descr="img2/tiles/tile_r05_c0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9024" y="1956816"/>
            <a:ext cx="384048" cy="384048"/>
          </a:xfrm>
          <a:prstGeom prst="rect">
            <a:avLst/>
          </a:prstGeom>
        </p:spPr>
      </p:pic>
      <p:pic>
        <p:nvPicPr>
          <p:cNvPr id="14" name="!!blk_11" descr="img2/tiles/tile_r05_c0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6880" y="4645152"/>
            <a:ext cx="384048" cy="384048"/>
          </a:xfrm>
          <a:prstGeom prst="rect">
            <a:avLst/>
          </a:prstGeom>
        </p:spPr>
      </p:pic>
      <p:pic>
        <p:nvPicPr>
          <p:cNvPr id="15" name="!!blk_12" descr="img2/tiles/tile_r05_c0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42832" y="1956816"/>
            <a:ext cx="384048" cy="384048"/>
          </a:xfrm>
          <a:prstGeom prst="rect">
            <a:avLst/>
          </a:prstGeom>
        </p:spPr>
      </p:pic>
      <p:pic>
        <p:nvPicPr>
          <p:cNvPr id="16" name="!!blk_13" descr="img2/tiles/tile_r06_c0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4736" y="5413248"/>
            <a:ext cx="384048" cy="384048"/>
          </a:xfrm>
          <a:prstGeom prst="rect">
            <a:avLst/>
          </a:prstGeom>
        </p:spPr>
      </p:pic>
      <p:pic>
        <p:nvPicPr>
          <p:cNvPr id="17" name="!!blk_14" descr="img2/tiles/tile_r06_c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6880" y="1956816"/>
            <a:ext cx="384048" cy="384048"/>
          </a:xfrm>
          <a:prstGeom prst="rect">
            <a:avLst/>
          </a:prstGeom>
        </p:spPr>
      </p:pic>
      <p:pic>
        <p:nvPicPr>
          <p:cNvPr id="18" name="!!blk_15" descr="img2/tiles/tile_r06_c0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31168" y="4261104"/>
            <a:ext cx="384048" cy="384048"/>
          </a:xfrm>
          <a:prstGeom prst="rect">
            <a:avLst/>
          </a:prstGeom>
        </p:spPr>
      </p:pic>
      <p:pic>
        <p:nvPicPr>
          <p:cNvPr id="19" name="!!blk_16" descr="img2/tiles/tile_r06_c0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42832" y="5413248"/>
            <a:ext cx="384048" cy="384048"/>
          </a:xfrm>
          <a:prstGeom prst="rect">
            <a:avLst/>
          </a:prstGeom>
        </p:spPr>
      </p:pic>
      <p:pic>
        <p:nvPicPr>
          <p:cNvPr id="20" name="!!blk_17" descr="img2/tiles/tile_r06_c0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26880" y="3108960"/>
            <a:ext cx="384048" cy="384048"/>
          </a:xfrm>
          <a:prstGeom prst="rect">
            <a:avLst/>
          </a:prstGeom>
        </p:spPr>
      </p:pic>
      <p:pic>
        <p:nvPicPr>
          <p:cNvPr id="21" name="!!blk_18" descr="img2/tiles/tile_r06_c1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0928" y="4261104"/>
            <a:ext cx="384048" cy="384048"/>
          </a:xfrm>
          <a:prstGeom prst="rect">
            <a:avLst/>
          </a:prstGeom>
        </p:spPr>
      </p:pic>
      <p:pic>
        <p:nvPicPr>
          <p:cNvPr id="22" name="!!blk_19" descr="img2/tiles/tile_r07_c0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63072" y="5029200"/>
            <a:ext cx="384048" cy="384048"/>
          </a:xfrm>
          <a:prstGeom prst="rect">
            <a:avLst/>
          </a:prstGeom>
        </p:spPr>
      </p:pic>
      <p:pic>
        <p:nvPicPr>
          <p:cNvPr id="23" name="!!blk_20" descr="img2/tiles/tile_r07_c0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90688" y="4261104"/>
            <a:ext cx="384048" cy="384048"/>
          </a:xfrm>
          <a:prstGeom prst="rect">
            <a:avLst/>
          </a:prstGeom>
        </p:spPr>
      </p:pic>
      <p:pic>
        <p:nvPicPr>
          <p:cNvPr id="24" name="!!blk_21" descr="img2/tiles/tile_r07_c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47120" y="3877056"/>
            <a:ext cx="384048" cy="384048"/>
          </a:xfrm>
          <a:prstGeom prst="rect">
            <a:avLst/>
          </a:prstGeom>
        </p:spPr>
      </p:pic>
      <p:pic>
        <p:nvPicPr>
          <p:cNvPr id="25" name="!!blk_22" descr="img2/tiles/tile_r07_c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79024" y="2724912"/>
            <a:ext cx="384048" cy="384048"/>
          </a:xfrm>
          <a:prstGeom prst="rect">
            <a:avLst/>
          </a:prstGeom>
        </p:spPr>
      </p:pic>
      <p:pic>
        <p:nvPicPr>
          <p:cNvPr id="26" name="!!blk_23" descr="img2/tiles/tile_r07_c0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631168" y="1188720"/>
            <a:ext cx="384048" cy="384048"/>
          </a:xfrm>
          <a:prstGeom prst="rect">
            <a:avLst/>
          </a:prstGeom>
        </p:spPr>
      </p:pic>
      <p:pic>
        <p:nvPicPr>
          <p:cNvPr id="27" name="!!blk_24" descr="img2/tiles/tile_r08_c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58784" y="1188720"/>
            <a:ext cx="384048" cy="384048"/>
          </a:xfrm>
          <a:prstGeom prst="rect">
            <a:avLst/>
          </a:prstGeom>
        </p:spPr>
      </p:pic>
      <p:pic>
        <p:nvPicPr>
          <p:cNvPr id="28" name="!!blk_25" descr="img2/tiles/tile_r08_c0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79024" y="2340864"/>
            <a:ext cx="384048" cy="384048"/>
          </a:xfrm>
          <a:prstGeom prst="rect">
            <a:avLst/>
          </a:prstGeom>
        </p:spPr>
      </p:pic>
      <p:pic>
        <p:nvPicPr>
          <p:cNvPr id="29" name="!!blk_26" descr="img2/tiles/tile_r08_c0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74736" y="2724912"/>
            <a:ext cx="384048" cy="384048"/>
          </a:xfrm>
          <a:prstGeom prst="rect">
            <a:avLst/>
          </a:prstGeom>
        </p:spPr>
      </p:pic>
      <p:pic>
        <p:nvPicPr>
          <p:cNvPr id="30" name="!!blk_27" descr="img2/tiles/tile_r08_c05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58784" y="1572768"/>
            <a:ext cx="384048" cy="384048"/>
          </a:xfrm>
          <a:prstGeom prst="rect">
            <a:avLst/>
          </a:prstGeom>
        </p:spPr>
      </p:pic>
      <p:pic>
        <p:nvPicPr>
          <p:cNvPr id="31" name="!!blk_28" descr="img2/tiles/tile_r08_c06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79024" y="3108960"/>
            <a:ext cx="384048" cy="384048"/>
          </a:xfrm>
          <a:prstGeom prst="rect">
            <a:avLst/>
          </a:prstGeom>
        </p:spPr>
      </p:pic>
      <p:pic>
        <p:nvPicPr>
          <p:cNvPr id="32" name="!!blk_29" descr="img2/tiles/tile_r08_c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74736" y="1188720"/>
            <a:ext cx="384048" cy="384048"/>
          </a:xfrm>
          <a:prstGeom prst="rect">
            <a:avLst/>
          </a:prstGeom>
        </p:spPr>
      </p:pic>
      <p:pic>
        <p:nvPicPr>
          <p:cNvPr id="33" name="!!blk_30" descr="img2/tiles/tile_r08_c0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94976" y="5413248"/>
            <a:ext cx="384048" cy="384048"/>
          </a:xfrm>
          <a:prstGeom prst="rect">
            <a:avLst/>
          </a:prstGeom>
        </p:spPr>
      </p:pic>
      <p:pic>
        <p:nvPicPr>
          <p:cNvPr id="34" name="!!blk_31" descr="img2/tiles/tile_r08_c0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94976" y="2340864"/>
            <a:ext cx="384048" cy="384048"/>
          </a:xfrm>
          <a:prstGeom prst="rect">
            <a:avLst/>
          </a:prstGeom>
        </p:spPr>
      </p:pic>
      <p:pic>
        <p:nvPicPr>
          <p:cNvPr id="35" name="!!blk_32" descr="img2/tiles/tile_r09_c00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63072" y="2340864"/>
            <a:ext cx="384048" cy="384048"/>
          </a:xfrm>
          <a:prstGeom prst="rect">
            <a:avLst/>
          </a:prstGeom>
        </p:spPr>
      </p:pic>
      <p:pic>
        <p:nvPicPr>
          <p:cNvPr id="36" name="!!blk_33" descr="img2/tiles/tile_r09_c0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094976" y="1188720"/>
            <a:ext cx="384048" cy="384048"/>
          </a:xfrm>
          <a:prstGeom prst="rect">
            <a:avLst/>
          </a:prstGeom>
        </p:spPr>
      </p:pic>
      <p:pic>
        <p:nvPicPr>
          <p:cNvPr id="37" name="!!blk_34" descr="img2/tiles/tile_r09_c04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58784" y="2724912"/>
            <a:ext cx="384048" cy="384048"/>
          </a:xfrm>
          <a:prstGeom prst="rect">
            <a:avLst/>
          </a:prstGeom>
        </p:spPr>
      </p:pic>
      <p:pic>
        <p:nvPicPr>
          <p:cNvPr id="38" name="!!blk_35" descr="img2/tiles/tile_r09_c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90688" y="3877056"/>
            <a:ext cx="384048" cy="384048"/>
          </a:xfrm>
          <a:prstGeom prst="rect">
            <a:avLst/>
          </a:prstGeom>
        </p:spPr>
      </p:pic>
      <p:pic>
        <p:nvPicPr>
          <p:cNvPr id="39" name="!!blk_36" descr="img2/tiles/tile_r09_c0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06640" y="4645152"/>
            <a:ext cx="384048" cy="384048"/>
          </a:xfrm>
          <a:prstGeom prst="rect">
            <a:avLst/>
          </a:prstGeom>
        </p:spPr>
      </p:pic>
      <p:pic>
        <p:nvPicPr>
          <p:cNvPr id="40" name="!!blk_37" descr="img2/tiles/tile_r10_c0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247120" y="3493008"/>
            <a:ext cx="384048" cy="384048"/>
          </a:xfrm>
          <a:prstGeom prst="rect">
            <a:avLst/>
          </a:prstGeom>
        </p:spPr>
      </p:pic>
      <p:pic>
        <p:nvPicPr>
          <p:cNvPr id="41" name="!!blk_38" descr="img2/tiles/tile_r10_c06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74736" y="5029200"/>
            <a:ext cx="384048" cy="384048"/>
          </a:xfrm>
          <a:prstGeom prst="rect">
            <a:avLst/>
          </a:prstGeom>
        </p:spPr>
      </p:pic>
      <p:sp>
        <p:nvSpPr>
          <p:cNvPr id="42" name="sec_num"/>
          <p:cNvSpPr txBox="1"/>
          <p:nvPr/>
        </p:nvSpPr>
        <p:spPr>
          <a:xfrm>
            <a:off x="457200" y="17373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80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pt-BR" sz="8000" dirty="0"/>
          </a:p>
        </p:txBody>
      </p:sp>
      <p:sp>
        <p:nvSpPr>
          <p:cNvPr id="43" name="!!label"/>
          <p:cNvSpPr txBox="1"/>
          <p:nvPr/>
        </p:nvSpPr>
        <p:spPr>
          <a:xfrm>
            <a:off x="457200" y="3063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Seção</a:t>
            </a:r>
            <a:endParaRPr lang="pt-BR" sz="1400" dirty="0"/>
          </a:p>
        </p:txBody>
      </p:sp>
      <p:sp>
        <p:nvSpPr>
          <p:cNvPr id="44" name="!!title"/>
          <p:cNvSpPr txBox="1"/>
          <p:nvPr/>
        </p:nvSpPr>
        <p:spPr>
          <a:xfrm>
            <a:off x="457200" y="33832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Dados que convencem</a:t>
            </a:r>
            <a:endParaRPr lang="pt-BR" sz="3200" dirty="0"/>
          </a:p>
        </p:txBody>
      </p:sp>
      <p:sp>
        <p:nvSpPr>
          <p:cNvPr id="45" name="sec_desc"/>
          <p:cNvSpPr txBox="1"/>
          <p:nvPr/>
        </p:nvSpPr>
        <p:spPr>
          <a:xfrm>
            <a:off x="457200" y="4297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Um bom gráfico responde a uma pergunta. Um gráfico ruim levanta várias.</a:t>
            </a:r>
            <a:endParaRPr lang="pt-BR" sz="16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15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panel"/>
          <p:cNvSpPr/>
          <p:nvPr/>
        </p:nvSpPr>
        <p:spPr>
          <a:xfrm>
            <a:off x="7223760" y="0"/>
            <a:ext cx="4967935" cy="6181344"/>
          </a:xfrm>
          <a:prstGeom prst="rect">
            <a:avLst/>
          </a:prstGeom>
          <a:solidFill>
            <a:srgbClr val="18576C"/>
          </a:solidFill>
          <a:ln w="12700">
            <a:solidFill>
              <a:srgbClr val="18576C"/>
            </a:solidFill>
            <a:prstDash val="solid"/>
          </a:ln>
        </p:spPr>
      </p:sp>
      <p:pic>
        <p:nvPicPr>
          <p:cNvPr id="3" name="!!blk_00" descr="img2/tiles/tile_r01_c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493008"/>
            <a:ext cx="384048" cy="384048"/>
          </a:xfrm>
          <a:prstGeom prst="rect">
            <a:avLst/>
          </a:prstGeom>
        </p:spPr>
      </p:pic>
      <p:pic>
        <p:nvPicPr>
          <p:cNvPr id="4" name="!!blk_01" descr="img2/tiles/tile_r01_c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4261104"/>
            <a:ext cx="384048" cy="384048"/>
          </a:xfrm>
          <a:prstGeom prst="rect">
            <a:avLst/>
          </a:prstGeom>
        </p:spPr>
      </p:pic>
      <p:pic>
        <p:nvPicPr>
          <p:cNvPr id="5" name="!!blk_02" descr="img2/tiles/tile_r03_c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0928" y="1572768"/>
            <a:ext cx="384048" cy="384048"/>
          </a:xfrm>
          <a:prstGeom prst="rect">
            <a:avLst/>
          </a:prstGeom>
        </p:spPr>
      </p:pic>
      <p:pic>
        <p:nvPicPr>
          <p:cNvPr id="6" name="!!blk_03" descr="img2/tiles/tile_r03_c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029200"/>
            <a:ext cx="384048" cy="384048"/>
          </a:xfrm>
          <a:prstGeom prst="rect">
            <a:avLst/>
          </a:prstGeom>
        </p:spPr>
      </p:pic>
      <p:pic>
        <p:nvPicPr>
          <p:cNvPr id="7" name="!!blk_04" descr="img2/tiles/tile_r04_c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4976" y="3108960"/>
            <a:ext cx="384048" cy="384048"/>
          </a:xfrm>
          <a:prstGeom prst="rect">
            <a:avLst/>
          </a:prstGeom>
        </p:spPr>
      </p:pic>
      <p:pic>
        <p:nvPicPr>
          <p:cNvPr id="8" name="!!blk_05" descr="img2/tiles/tile_r04_c0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2832" y="3877056"/>
            <a:ext cx="384048" cy="384048"/>
          </a:xfrm>
          <a:prstGeom prst="rect">
            <a:avLst/>
          </a:prstGeom>
        </p:spPr>
      </p:pic>
      <p:pic>
        <p:nvPicPr>
          <p:cNvPr id="9" name="!!blk_06" descr="img2/tiles/tile_r04_c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88" y="1572768"/>
            <a:ext cx="384048" cy="384048"/>
          </a:xfrm>
          <a:prstGeom prst="rect">
            <a:avLst/>
          </a:prstGeom>
        </p:spPr>
      </p:pic>
      <p:pic>
        <p:nvPicPr>
          <p:cNvPr id="10" name="!!blk_07" descr="img2/tiles/tile_r04_c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1956816"/>
            <a:ext cx="384048" cy="384048"/>
          </a:xfrm>
          <a:prstGeom prst="rect">
            <a:avLst/>
          </a:prstGeom>
        </p:spPr>
      </p:pic>
      <p:pic>
        <p:nvPicPr>
          <p:cNvPr id="11" name="!!blk_08" descr="img2/tiles/tile_r05_c0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0688" y="3108960"/>
            <a:ext cx="384048" cy="384048"/>
          </a:xfrm>
          <a:prstGeom prst="rect">
            <a:avLst/>
          </a:prstGeom>
        </p:spPr>
      </p:pic>
      <p:pic>
        <p:nvPicPr>
          <p:cNvPr id="12" name="!!blk_09" descr="img2/tiles/tile_r05_c05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4736" y="3493008"/>
            <a:ext cx="384048" cy="384048"/>
          </a:xfrm>
          <a:prstGeom prst="rect">
            <a:avLst/>
          </a:prstGeom>
        </p:spPr>
      </p:pic>
      <p:pic>
        <p:nvPicPr>
          <p:cNvPr id="13" name="!!blk_10" descr="img2/tiles/tile_r05_c06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9024" y="1956816"/>
            <a:ext cx="384048" cy="384048"/>
          </a:xfrm>
          <a:prstGeom prst="rect">
            <a:avLst/>
          </a:prstGeom>
        </p:spPr>
      </p:pic>
      <p:pic>
        <p:nvPicPr>
          <p:cNvPr id="14" name="!!blk_11" descr="img2/tiles/tile_r05_c07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6880" y="4645152"/>
            <a:ext cx="384048" cy="384048"/>
          </a:xfrm>
          <a:prstGeom prst="rect">
            <a:avLst/>
          </a:prstGeom>
        </p:spPr>
      </p:pic>
      <p:pic>
        <p:nvPicPr>
          <p:cNvPr id="15" name="!!blk_12" descr="img2/tiles/tile_r05_c0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42832" y="1956816"/>
            <a:ext cx="384048" cy="384048"/>
          </a:xfrm>
          <a:prstGeom prst="rect">
            <a:avLst/>
          </a:prstGeom>
        </p:spPr>
      </p:pic>
      <p:pic>
        <p:nvPicPr>
          <p:cNvPr id="16" name="!!blk_13" descr="img2/tiles/tile_r06_c02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74736" y="5413248"/>
            <a:ext cx="384048" cy="384048"/>
          </a:xfrm>
          <a:prstGeom prst="rect">
            <a:avLst/>
          </a:prstGeom>
        </p:spPr>
      </p:pic>
      <p:pic>
        <p:nvPicPr>
          <p:cNvPr id="17" name="!!blk_14" descr="img2/tiles/tile_r06_c0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6880" y="1956816"/>
            <a:ext cx="384048" cy="384048"/>
          </a:xfrm>
          <a:prstGeom prst="rect">
            <a:avLst/>
          </a:prstGeom>
        </p:spPr>
      </p:pic>
      <p:pic>
        <p:nvPicPr>
          <p:cNvPr id="18" name="!!blk_15" descr="img2/tiles/tile_r06_c05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31168" y="4261104"/>
            <a:ext cx="384048" cy="384048"/>
          </a:xfrm>
          <a:prstGeom prst="rect">
            <a:avLst/>
          </a:prstGeom>
        </p:spPr>
      </p:pic>
      <p:pic>
        <p:nvPicPr>
          <p:cNvPr id="19" name="!!blk_16" descr="img2/tiles/tile_r06_c06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42832" y="5413248"/>
            <a:ext cx="384048" cy="384048"/>
          </a:xfrm>
          <a:prstGeom prst="rect">
            <a:avLst/>
          </a:prstGeom>
        </p:spPr>
      </p:pic>
      <p:pic>
        <p:nvPicPr>
          <p:cNvPr id="20" name="!!blk_17" descr="img2/tiles/tile_r06_c07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26880" y="3108960"/>
            <a:ext cx="384048" cy="384048"/>
          </a:xfrm>
          <a:prstGeom prst="rect">
            <a:avLst/>
          </a:prstGeom>
        </p:spPr>
      </p:pic>
      <p:pic>
        <p:nvPicPr>
          <p:cNvPr id="21" name="!!blk_18" descr="img2/tiles/tile_r06_c10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0928" y="4261104"/>
            <a:ext cx="384048" cy="384048"/>
          </a:xfrm>
          <a:prstGeom prst="rect">
            <a:avLst/>
          </a:prstGeom>
        </p:spPr>
      </p:pic>
      <p:pic>
        <p:nvPicPr>
          <p:cNvPr id="22" name="!!blk_19" descr="img2/tiles/tile_r07_c02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863072" y="5029200"/>
            <a:ext cx="384048" cy="384048"/>
          </a:xfrm>
          <a:prstGeom prst="rect">
            <a:avLst/>
          </a:prstGeom>
        </p:spPr>
      </p:pic>
      <p:pic>
        <p:nvPicPr>
          <p:cNvPr id="23" name="!!blk_20" descr="img2/tiles/tile_r07_c04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790688" y="4261104"/>
            <a:ext cx="384048" cy="384048"/>
          </a:xfrm>
          <a:prstGeom prst="rect">
            <a:avLst/>
          </a:prstGeom>
        </p:spPr>
      </p:pic>
      <p:pic>
        <p:nvPicPr>
          <p:cNvPr id="24" name="!!blk_21" descr="img2/tiles/tile_r07_c05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247120" y="3877056"/>
            <a:ext cx="384048" cy="384048"/>
          </a:xfrm>
          <a:prstGeom prst="rect">
            <a:avLst/>
          </a:prstGeom>
        </p:spPr>
      </p:pic>
      <p:pic>
        <p:nvPicPr>
          <p:cNvPr id="25" name="!!blk_22" descr="img2/tiles/tile_r07_c06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479024" y="2724912"/>
            <a:ext cx="384048" cy="384048"/>
          </a:xfrm>
          <a:prstGeom prst="rect">
            <a:avLst/>
          </a:prstGeom>
        </p:spPr>
      </p:pic>
      <p:pic>
        <p:nvPicPr>
          <p:cNvPr id="26" name="!!blk_23" descr="img2/tiles/tile_r07_c07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631168" y="1188720"/>
            <a:ext cx="384048" cy="384048"/>
          </a:xfrm>
          <a:prstGeom prst="rect">
            <a:avLst/>
          </a:prstGeom>
        </p:spPr>
      </p:pic>
      <p:pic>
        <p:nvPicPr>
          <p:cNvPr id="27" name="!!blk_24" descr="img2/tiles/tile_r08_c00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558784" y="1188720"/>
            <a:ext cx="384048" cy="384048"/>
          </a:xfrm>
          <a:prstGeom prst="rect">
            <a:avLst/>
          </a:prstGeom>
        </p:spPr>
      </p:pic>
      <p:pic>
        <p:nvPicPr>
          <p:cNvPr id="28" name="!!blk_25" descr="img2/tiles/tile_r08_c03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79024" y="2340864"/>
            <a:ext cx="384048" cy="384048"/>
          </a:xfrm>
          <a:prstGeom prst="rect">
            <a:avLst/>
          </a:prstGeom>
        </p:spPr>
      </p:pic>
      <p:pic>
        <p:nvPicPr>
          <p:cNvPr id="29" name="!!blk_26" descr="img2/tiles/tile_r08_c04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174736" y="2724912"/>
            <a:ext cx="384048" cy="384048"/>
          </a:xfrm>
          <a:prstGeom prst="rect">
            <a:avLst/>
          </a:prstGeom>
        </p:spPr>
      </p:pic>
      <p:pic>
        <p:nvPicPr>
          <p:cNvPr id="30" name="!!blk_27" descr="img2/tiles/tile_r08_c05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558784" y="1572768"/>
            <a:ext cx="384048" cy="384048"/>
          </a:xfrm>
          <a:prstGeom prst="rect">
            <a:avLst/>
          </a:prstGeom>
        </p:spPr>
      </p:pic>
      <p:pic>
        <p:nvPicPr>
          <p:cNvPr id="31" name="!!blk_28" descr="img2/tiles/tile_r08_c06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79024" y="3108960"/>
            <a:ext cx="384048" cy="384048"/>
          </a:xfrm>
          <a:prstGeom prst="rect">
            <a:avLst/>
          </a:prstGeom>
        </p:spPr>
      </p:pic>
      <p:pic>
        <p:nvPicPr>
          <p:cNvPr id="32" name="!!blk_29" descr="img2/tiles/tile_r08_c07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174736" y="1188720"/>
            <a:ext cx="384048" cy="384048"/>
          </a:xfrm>
          <a:prstGeom prst="rect">
            <a:avLst/>
          </a:prstGeom>
        </p:spPr>
      </p:pic>
      <p:pic>
        <p:nvPicPr>
          <p:cNvPr id="33" name="!!blk_30" descr="img2/tiles/tile_r08_c08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94976" y="5413248"/>
            <a:ext cx="384048" cy="384048"/>
          </a:xfrm>
          <a:prstGeom prst="rect">
            <a:avLst/>
          </a:prstGeom>
        </p:spPr>
      </p:pic>
      <p:pic>
        <p:nvPicPr>
          <p:cNvPr id="34" name="!!blk_31" descr="img2/tiles/tile_r08_c09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0094976" y="2340864"/>
            <a:ext cx="384048" cy="384048"/>
          </a:xfrm>
          <a:prstGeom prst="rect">
            <a:avLst/>
          </a:prstGeom>
        </p:spPr>
      </p:pic>
      <p:pic>
        <p:nvPicPr>
          <p:cNvPr id="35" name="!!blk_32" descr="img2/tiles/tile_r09_c00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863072" y="2340864"/>
            <a:ext cx="384048" cy="384048"/>
          </a:xfrm>
          <a:prstGeom prst="rect">
            <a:avLst/>
          </a:prstGeom>
        </p:spPr>
      </p:pic>
      <p:pic>
        <p:nvPicPr>
          <p:cNvPr id="36" name="!!blk_33" descr="img2/tiles/tile_r09_c01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094976" y="1188720"/>
            <a:ext cx="384048" cy="384048"/>
          </a:xfrm>
          <a:prstGeom prst="rect">
            <a:avLst/>
          </a:prstGeom>
        </p:spPr>
      </p:pic>
      <p:pic>
        <p:nvPicPr>
          <p:cNvPr id="37" name="!!blk_34" descr="img2/tiles/tile_r09_c04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558784" y="2724912"/>
            <a:ext cx="384048" cy="384048"/>
          </a:xfrm>
          <a:prstGeom prst="rect">
            <a:avLst/>
          </a:prstGeom>
        </p:spPr>
      </p:pic>
      <p:pic>
        <p:nvPicPr>
          <p:cNvPr id="38" name="!!blk_35" descr="img2/tiles/tile_r09_c05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7790688" y="3877056"/>
            <a:ext cx="384048" cy="384048"/>
          </a:xfrm>
          <a:prstGeom prst="rect">
            <a:avLst/>
          </a:prstGeom>
        </p:spPr>
      </p:pic>
      <p:pic>
        <p:nvPicPr>
          <p:cNvPr id="39" name="!!blk_36" descr="img2/tiles/tile_r09_c08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7406640" y="4645152"/>
            <a:ext cx="384048" cy="384048"/>
          </a:xfrm>
          <a:prstGeom prst="rect">
            <a:avLst/>
          </a:prstGeom>
        </p:spPr>
      </p:pic>
      <p:pic>
        <p:nvPicPr>
          <p:cNvPr id="40" name="!!blk_37" descr="img2/tiles/tile_r10_c03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1247120" y="3493008"/>
            <a:ext cx="384048" cy="384048"/>
          </a:xfrm>
          <a:prstGeom prst="rect">
            <a:avLst/>
          </a:prstGeom>
        </p:spPr>
      </p:pic>
      <p:pic>
        <p:nvPicPr>
          <p:cNvPr id="41" name="!!blk_38" descr="img2/tiles/tile_r10_c06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8174736" y="5029200"/>
            <a:ext cx="384048" cy="384048"/>
          </a:xfrm>
          <a:prstGeom prst="rect">
            <a:avLst/>
          </a:prstGeom>
        </p:spPr>
      </p:pic>
      <p:sp>
        <p:nvSpPr>
          <p:cNvPr id="42" name="sec_num"/>
          <p:cNvSpPr txBox="1"/>
          <p:nvPr/>
        </p:nvSpPr>
        <p:spPr>
          <a:xfrm>
            <a:off x="457200" y="17373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80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pt-BR" sz="8000" dirty="0"/>
          </a:p>
        </p:txBody>
      </p:sp>
      <p:sp>
        <p:nvSpPr>
          <p:cNvPr id="43" name="!!label"/>
          <p:cNvSpPr txBox="1"/>
          <p:nvPr/>
        </p:nvSpPr>
        <p:spPr>
          <a:xfrm>
            <a:off x="457200" y="3063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Seção</a:t>
            </a:r>
            <a:endParaRPr lang="pt-BR" sz="1400" dirty="0"/>
          </a:p>
        </p:txBody>
      </p:sp>
      <p:sp>
        <p:nvSpPr>
          <p:cNvPr id="44" name="!!title"/>
          <p:cNvSpPr txBox="1"/>
          <p:nvPr/>
        </p:nvSpPr>
        <p:spPr>
          <a:xfrm>
            <a:off x="457200" y="33832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32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Ensaio e apresentação</a:t>
            </a:r>
            <a:endParaRPr lang="pt-BR" sz="3200" dirty="0"/>
          </a:p>
        </p:txBody>
      </p:sp>
      <p:sp>
        <p:nvSpPr>
          <p:cNvPr id="45" name="sec_desc"/>
          <p:cNvSpPr txBox="1"/>
          <p:nvPr/>
        </p:nvSpPr>
        <p:spPr>
          <a:xfrm>
            <a:off x="457200" y="42976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600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Os slides são metade do trabalho. A outra metade é você, na frente do público.</a:t>
            </a:r>
            <a:endParaRPr lang="pt-BR" sz="16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18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Ensaio e apresentação</a:t>
            </a:r>
            <a:endParaRPr lang="pt-BR" sz="1300" dirty="0"/>
          </a:p>
        </p:txBody>
      </p:sp>
      <p:sp>
        <p:nvSpPr>
          <p:cNvPr id="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ENSAIE EM VOZ ALTA</a:t>
            </a:r>
            <a:endParaRPr lang="pt-BR" sz="2500" dirty="0"/>
          </a:p>
        </p:txBody>
      </p:sp>
      <p:sp>
        <p:nvSpPr>
          <p:cNvPr id="4" name="s4_tag"/>
          <p:cNvSpPr txBox="1"/>
          <p:nvPr/>
        </p:nvSpPr>
        <p:spPr>
          <a:xfrm>
            <a:off x="411480" y="14173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800" i="1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 slide apoia. Quem apresenta é você.</a:t>
            </a:r>
            <a:endParaRPr lang="pt-BR" sz="1800" dirty="0"/>
          </a:p>
        </p:txBody>
      </p:sp>
      <p:sp>
        <p:nvSpPr>
          <p:cNvPr id="5" name="s4_body"/>
          <p:cNvSpPr txBox="1"/>
          <p:nvPr/>
        </p:nvSpPr>
        <p:spPr>
          <a:xfrm>
            <a:off x="411480" y="192024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Um bom slide não salva uma apresentação mal ensaiada — mas uma apresentação bem ensaiada sobrevive a um slide fraco. Ensaie em voz alta, cronometre e prepare uma </a:t>
            </a:r>
            <a:r>
              <a:rPr lang="pt-BR" sz="160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frase de ligação</a:t>
            </a: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para cada troca de slide.</a:t>
            </a:r>
            <a:endParaRPr lang="pt-BR" sz="1600" dirty="0"/>
          </a:p>
        </p:txBody>
      </p:sp>
      <p:sp>
        <p:nvSpPr>
          <p:cNvPr id="6" name="s4_list"/>
          <p:cNvSpPr txBox="1"/>
          <p:nvPr/>
        </p:nvSpPr>
        <p:spPr>
          <a:xfrm>
            <a:off x="411480" y="406908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60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Abertura:</a:t>
            </a: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trinta segundos que dizem por que estamos aqui;</a:t>
            </a:r>
            <a:endParaRPr lang="pt-BR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60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Ritmo:</a:t>
            </a: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de um a dois minutos por slide, com pausas;</a:t>
            </a:r>
            <a:endParaRPr lang="pt-BR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pt-BR" sz="1600" dirty="0" b="1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Fechamento:</a:t>
            </a:r>
            <a:r>
              <a:rPr lang="pt-BR" sz="1600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 xml:space="preserve"> repita a mensagem e peça a ação.</a:t>
            </a:r>
            <a:endParaRPr lang="pt-BR" sz="1600" dirty="0"/>
          </a:p>
        </p:txBody>
      </p:sp>
      <p:pic>
        <p:nvPicPr>
          <p:cNvPr id="7" name="s4_img" descr="img2/bubbles_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371600"/>
            <a:ext cx="5257800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19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8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label"/>
          <p:cNvSpPr txBox="1"/>
          <p:nvPr/>
        </p:nvSpPr>
        <p:spPr>
          <a:xfrm>
            <a:off x="41148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300" i="1" dirty="0">
                <a:solidFill>
                  <a:srgbClr val="D8E4EC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Ensaio e apresentação</a:t>
            </a:r>
            <a:endParaRPr lang="pt-BR" sz="1300" dirty="0"/>
          </a:p>
        </p:txBody>
      </p:sp>
      <p:sp>
        <p:nvSpPr>
          <p:cNvPr id="3" name="!!title"/>
          <p:cNvSpPr txBox="1"/>
          <p:nvPr/>
        </p:nvSpPr>
        <p:spPr>
          <a:xfrm>
            <a:off x="411480" y="53035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500" b="1" dirty="0">
                <a:solidFill>
                  <a:srgbClr val="F2F0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CHECKLIST FINAL</a:t>
            </a:r>
            <a:endParaRPr lang="pt-BR" sz="2500" dirty="0"/>
          </a:p>
        </p:txBody>
      </p:sp>
      <p:sp>
        <p:nvSpPr>
          <p:cNvPr id="4" name="s10_c0"/>
          <p:cNvSpPr/>
          <p:nvPr/>
        </p:nvSpPr>
        <p:spPr>
          <a:xfrm>
            <a:off x="411480" y="1371600"/>
            <a:ext cx="5513832" cy="4206240"/>
          </a:xfrm>
          <a:prstGeom prst="roundRect">
            <a:avLst>
              <a:gd name="adj" fmla="val 2609"/>
            </a:avLst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5" name="s10_i0"/>
          <p:cNvSpPr/>
          <p:nvPr/>
        </p:nvSpPr>
        <p:spPr>
          <a:xfrm>
            <a:off x="685800" y="1645920"/>
            <a:ext cx="640080" cy="640080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  <a:prstDash val="solid"/>
          </a:ln>
        </p:spPr>
      </p:sp>
      <p:pic>
        <p:nvPicPr>
          <p:cNvPr id="6" name="s10_i0_ic" descr="icons/FiBriefc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799539"/>
            <a:ext cx="332842" cy="332842"/>
          </a:xfrm>
          <a:prstGeom prst="rect">
            <a:avLst/>
          </a:prstGeom>
        </p:spPr>
      </p:pic>
      <p:sp>
        <p:nvSpPr>
          <p:cNvPr id="7" name="s10_t0"/>
          <p:cNvSpPr txBox="1"/>
          <p:nvPr/>
        </p:nvSpPr>
        <p:spPr>
          <a:xfrm>
            <a:off x="1508760" y="1691640"/>
            <a:ext cx="4142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enviar</a:t>
            </a:r>
            <a:endParaRPr lang="pt-BR" sz="2000" dirty="0"/>
          </a:p>
        </p:txBody>
      </p:sp>
      <p:sp>
        <p:nvSpPr>
          <p:cNvPr id="8" name="s10_l0"/>
          <p:cNvSpPr txBox="1"/>
          <p:nvPr/>
        </p:nvSpPr>
        <p:spPr>
          <a:xfrm>
            <a:off x="777240" y="2606040"/>
            <a:ext cx="47823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Lendo só os títulos, a história fecha?</a:t>
            </a:r>
            <a:endParaRPr lang="pt-BR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Algum slide passa de 40 palavras?</a:t>
            </a:r>
            <a:endParaRPr lang="pt-BR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Todo gráfico tem a conclusão no título?</a:t>
            </a:r>
            <a:endParaRPr lang="pt-BR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Fontes, cores e margens iguais em todos os slides?</a:t>
            </a:r>
            <a:endParaRPr lang="pt-BR" sz="1500" dirty="0"/>
          </a:p>
        </p:txBody>
      </p:sp>
      <p:sp>
        <p:nvSpPr>
          <p:cNvPr id="9" name="s10_c1"/>
          <p:cNvSpPr/>
          <p:nvPr/>
        </p:nvSpPr>
        <p:spPr>
          <a:xfrm>
            <a:off x="6263640" y="1371600"/>
            <a:ext cx="5513832" cy="4206240"/>
          </a:xfrm>
          <a:prstGeom prst="roundRect">
            <a:avLst>
              <a:gd name="adj" fmla="val 2609"/>
            </a:avLst>
          </a:prstGeom>
          <a:solidFill>
            <a:srgbClr val="F2F0EB"/>
          </a:solidFill>
          <a:ln w="12700">
            <a:solidFill>
              <a:srgbClr val="F2F0EB"/>
            </a:solidFill>
            <a:prstDash val="solid"/>
          </a:ln>
        </p:spPr>
      </p:sp>
      <p:sp>
        <p:nvSpPr>
          <p:cNvPr id="10" name="s10_i1"/>
          <p:cNvSpPr/>
          <p:nvPr/>
        </p:nvSpPr>
        <p:spPr>
          <a:xfrm>
            <a:off x="6537960" y="1645920"/>
            <a:ext cx="640080" cy="640080"/>
          </a:xfrm>
          <a:prstGeom prst="ellipse">
            <a:avLst/>
          </a:prstGeom>
          <a:solidFill>
            <a:srgbClr val="00539C"/>
          </a:solidFill>
          <a:ln w="12700">
            <a:solidFill>
              <a:srgbClr val="00539C"/>
            </a:solidFill>
            <a:prstDash val="solid"/>
          </a:ln>
        </p:spPr>
      </p:sp>
      <p:pic>
        <p:nvPicPr>
          <p:cNvPr id="11" name="s10_i1_ic" descr="icons/FiToo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579" y="1799539"/>
            <a:ext cx="332842" cy="332842"/>
          </a:xfrm>
          <a:prstGeom prst="rect">
            <a:avLst/>
          </a:prstGeom>
        </p:spPr>
      </p:pic>
      <p:sp>
        <p:nvSpPr>
          <p:cNvPr id="12" name="s10_t1"/>
          <p:cNvSpPr txBox="1"/>
          <p:nvPr/>
        </p:nvSpPr>
        <p:spPr>
          <a:xfrm>
            <a:off x="7360920" y="1691640"/>
            <a:ext cx="4142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2000" b="1" dirty="0">
                <a:solidFill>
                  <a:srgbClr val="00539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Antes de apresentar</a:t>
            </a:r>
            <a:endParaRPr lang="pt-BR" sz="2000" dirty="0"/>
          </a:p>
        </p:txBody>
      </p:sp>
      <p:sp>
        <p:nvSpPr>
          <p:cNvPr id="13" name="s10_l1"/>
          <p:cNvSpPr txBox="1"/>
          <p:nvPr/>
        </p:nvSpPr>
        <p:spPr>
          <a:xfrm>
            <a:off x="6629400" y="2606040"/>
            <a:ext cx="47823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Ensaiou em voz alta, com cronômetro?</a:t>
            </a:r>
            <a:endParaRPr lang="pt-BR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Testou o arquivo no computador da sala?</a:t>
            </a:r>
            <a:endParaRPr lang="pt-BR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Sabe de cor a primeira e a última frase?</a:t>
            </a:r>
            <a:endParaRPr lang="pt-BR" sz="1500" dirty="0"/>
          </a:p>
          <a:p>
            <a:pPr marL="203200" indent="-2032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pt-BR" sz="1500" dirty="0">
                <a:solidFill>
                  <a:srgbClr val="28282D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Tem resposta para a pergunta mais difícil?</a:t>
            </a:r>
            <a:endParaRPr lang="pt-BR" sz="1500" dirty="0"/>
          </a:p>
        </p:txBody>
      </p:sp>
      <p:sp>
        <p:nvSpPr>
          <p:cNvPr id="14" name="s10_msg"/>
          <p:cNvSpPr txBox="1"/>
          <p:nvPr/>
        </p:nvSpPr>
        <p:spPr>
          <a:xfrm>
            <a:off x="411480" y="5687568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pt-BR" sz="1400" i="1" dirty="0">
                <a:solidFill>
                  <a:srgbClr val="F2F0E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 um item falha, o problema é da apresentação — não do público.</a:t>
            </a:r>
            <a:endParaRPr lang="pt-BR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254496"/>
            <a:ext cx="13716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rgbClr val="F2F0EB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r"/>
            <a:fld id="{F7021451-1387-4CA6-816F-3879F97B5CBC}" type="slidenum">
              <a:rPr b="1" lang="pt-BR"/>
              <a:t>20</a:t>
            </a:fld>
            <a:endParaRPr lang="pt-BR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slow" p14:dur="900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81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55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87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99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 build="p"/>
      <p:bldP spid="9" grpId="0"/>
      <p:bldP spid="10" grpId="0"/>
      <p:bldP spid="11" grpId="0"/>
      <p:bldP spid="12" grpId="0"/>
      <p:bldP spid="13" grpId="0" build="p"/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Work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Hydroforce — Template de Apresentação</dc:title>
  <dc:subject>PptxGenJS Presentation</dc:subject>
  <dc:creator>Hydroforce</dc:creator>
  <cp:lastModifiedBy>Hydroforce</cp:lastModifiedBy>
  <cp:revision>1</cp:revision>
  <dcterms:created xsi:type="dcterms:W3CDTF">2026-09-04T17:25:55Z</dcterms:created>
  <dcterms:modified xsi:type="dcterms:W3CDTF">2026-09-04T17:25:55Z</dcterms:modified>
</cp:coreProperties>
</file>